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e9a25dc30f440a" /><Relationship Type="http://schemas.openxmlformats.org/officeDocument/2006/relationships/extended-properties" Target="/docProps/app.xml" Id="R3a5e33b373d04eff" /><Relationship Type="http://schemas.openxmlformats.org/officeDocument/2006/relationships/officeDocument" Target="/ppt/presentation.xml" Id="R9d38f067c5b643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57ac9176404ec2"/>
  </p:sldMasterIdLst>
  <p:notesMasterIdLst>
    <p:notesMasterId xmlns:r="http://schemas.openxmlformats.org/officeDocument/2006/relationships" r:id="Re3a301f9d0514c06"/>
  </p:notesMasterIdLst>
  <p:sldIdLst>
    <p:sldId xmlns:r="http://schemas.openxmlformats.org/officeDocument/2006/relationships" id="256" r:id="R88ff01c79f264d41"/>
    <p:sldId xmlns:r="http://schemas.openxmlformats.org/officeDocument/2006/relationships" id="257" r:id="R2032aac5efd2453a"/>
    <p:sldId xmlns:r="http://schemas.openxmlformats.org/officeDocument/2006/relationships" id="258" r:id="Ref0ae613a85247ad"/>
    <p:sldId xmlns:r="http://schemas.openxmlformats.org/officeDocument/2006/relationships" id="259" r:id="R26272c345788477e"/>
    <p:sldId xmlns:r="http://schemas.openxmlformats.org/officeDocument/2006/relationships" id="260" r:id="R21f6af9ab7ff4121"/>
    <p:sldId xmlns:r="http://schemas.openxmlformats.org/officeDocument/2006/relationships" id="261" r:id="Rf5045370b8ae4919"/>
    <p:sldId xmlns:r="http://schemas.openxmlformats.org/officeDocument/2006/relationships" id="262" r:id="R01a7b53d5126493c"/>
    <p:sldId xmlns:r="http://schemas.openxmlformats.org/officeDocument/2006/relationships" id="263" r:id="Ra37f6daad3c34c72"/>
    <p:sldId xmlns:r="http://schemas.openxmlformats.org/officeDocument/2006/relationships" id="264" r:id="R721b25b732704dcc"/>
    <p:sldId xmlns:r="http://schemas.openxmlformats.org/officeDocument/2006/relationships" id="265" r:id="R64a462547ca544a7"/>
    <p:sldId xmlns:r="http://schemas.openxmlformats.org/officeDocument/2006/relationships" id="266" r:id="Rae70453a2bf140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703b4e46e9418e" /><Relationship Type="http://schemas.openxmlformats.org/officeDocument/2006/relationships/slideMaster" Target="/ppt/slideMasters/slideMaster1.xml" Id="R2157ac9176404ec2" /><Relationship Type="http://schemas.openxmlformats.org/officeDocument/2006/relationships/notesMaster" Target="/ppt/notesMasters/notesMaster1.xml" Id="Re3a301f9d0514c06" /><Relationship Type="http://schemas.openxmlformats.org/officeDocument/2006/relationships/presProps" Target="/ppt/presProps.xml" Id="R3ae3f8aecd1542a0" /><Relationship Type="http://schemas.openxmlformats.org/officeDocument/2006/relationships/tableStyles" Target="/ppt/tableStyles.xml" Id="Rce17318eaff545a8" /><Relationship Type="http://schemas.openxmlformats.org/officeDocument/2006/relationships/slide" Target="/ppt/slides/slide1.xml" Id="R88ff01c79f264d41" /><Relationship Type="http://schemas.openxmlformats.org/officeDocument/2006/relationships/slide" Target="/ppt/slides/slide2.xml" Id="R2032aac5efd2453a" /><Relationship Type="http://schemas.openxmlformats.org/officeDocument/2006/relationships/slide" Target="/ppt/slides/slide3.xml" Id="Ref0ae613a85247ad" /><Relationship Type="http://schemas.openxmlformats.org/officeDocument/2006/relationships/slide" Target="/ppt/slides/slide4.xml" Id="R26272c345788477e" /><Relationship Type="http://schemas.openxmlformats.org/officeDocument/2006/relationships/slide" Target="/ppt/slides/slide5.xml" Id="R21f6af9ab7ff4121" /><Relationship Type="http://schemas.openxmlformats.org/officeDocument/2006/relationships/slide" Target="/ppt/slides/slide6.xml" Id="Rf5045370b8ae4919" /><Relationship Type="http://schemas.openxmlformats.org/officeDocument/2006/relationships/slide" Target="/ppt/slides/slide7.xml" Id="R01a7b53d5126493c" /><Relationship Type="http://schemas.openxmlformats.org/officeDocument/2006/relationships/slide" Target="/ppt/slides/slide8.xml" Id="Ra37f6daad3c34c72" /><Relationship Type="http://schemas.openxmlformats.org/officeDocument/2006/relationships/slide" Target="/ppt/slides/slide9.xml" Id="R721b25b732704dcc" /><Relationship Type="http://schemas.openxmlformats.org/officeDocument/2006/relationships/slide" Target="/ppt/slides/slide10.xml" Id="R64a462547ca544a7" /><Relationship Type="http://schemas.openxmlformats.org/officeDocument/2006/relationships/slide" Target="/ppt/slides/slide11.xml" Id="Rae70453a2bf140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2e51ab31bc44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ae8841360f4de6" /><Relationship Type="http://schemas.openxmlformats.org/officeDocument/2006/relationships/notesMaster" Target="/ppt/notesMasters/notesMaster1.xml" Id="Raf892937d21343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6b77e06b5f4ea7" /><Relationship Type="http://schemas.openxmlformats.org/officeDocument/2006/relationships/notesMaster" Target="/ppt/notesMasters/notesMaster1.xml" Id="Ra3ff43150d434f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ca2a6ac1e943d4" /><Relationship Type="http://schemas.openxmlformats.org/officeDocument/2006/relationships/notesMaster" Target="/ppt/notesMasters/notesMaster1.xml" Id="Rc4612e80fc2041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e3ad5f9ce5449b" /><Relationship Type="http://schemas.openxmlformats.org/officeDocument/2006/relationships/notesMaster" Target="/ppt/notesMasters/notesMaster1.xml" Id="R7187990a41584f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99b25966464420" /><Relationship Type="http://schemas.openxmlformats.org/officeDocument/2006/relationships/notesMaster" Target="/ppt/notesMasters/notesMaster1.xml" Id="R5261bd36d2a740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9bce34783e417f" /><Relationship Type="http://schemas.openxmlformats.org/officeDocument/2006/relationships/notesMaster" Target="/ppt/notesMasters/notesMaster1.xml" Id="Rd815d4d36c364c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7e3bd594d648af" /><Relationship Type="http://schemas.openxmlformats.org/officeDocument/2006/relationships/notesMaster" Target="/ppt/notesMasters/notesMaster1.xml" Id="R44729be854cd4f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938b9584eb446e" /><Relationship Type="http://schemas.openxmlformats.org/officeDocument/2006/relationships/notesMaster" Target="/ppt/notesMasters/notesMaster1.xml" Id="Rd6d71e04e9134f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4c7275a3104336" /><Relationship Type="http://schemas.openxmlformats.org/officeDocument/2006/relationships/notesMaster" Target="/ppt/notesMasters/notesMaster1.xml" Id="R302485dcd10f45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264eae9bf74296" /><Relationship Type="http://schemas.openxmlformats.org/officeDocument/2006/relationships/notesMaster" Target="/ppt/notesMasters/notesMaster1.xml" Id="R821e89e3fe634f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57420ece8d48fc" /><Relationship Type="http://schemas.openxmlformats.org/officeDocument/2006/relationships/notesMaster" Target="/ppt/notesMasters/notesMaster1.xml" Id="R5f44b4dfcaa149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docs/BioPrint_Active_Passive_Handout.md;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docs/BioPrint_Active_Passive_Handout.md sections 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server/http.js; server/login.js; docs/ACTIVE_PASSIVE_IMPLEMENTATION.md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server/passive.js; client/passive.js; docs/BioPrint_Active_Passive_Handout.md sections 5–10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server/features/index.js; server/matching/index.js; server/policy.js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server/core.js; client/sdk.js; server/scoring.js; server/features/optional.js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server/login.js; server/core.js; server/security/replay.js; server/security/automation.js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server/login.js; server/passive-adaptation.js; docs/VALIDATION_CHECKLIST.md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client/app.js; docs/BioPrint_Active_Passive_Handout.md sections 35–36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server/login-evaluation.js; server/policy.js; docs/EVALUATION.md; docs/VALIDATION_CHECKLIST.md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docs/ACTIVE_PASSIVE_IMPLEMENTATION.md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0579bafd64b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e2d9bc10014cfb" /><Relationship Type="http://schemas.openxmlformats.org/officeDocument/2006/relationships/slideLayout" Target="/ppt/slideLayouts/slideLayout1.xml" Id="R7c3d85e161cb42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3d85e161cb42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b833f00d74e60" /><Relationship Type="http://schemas.openxmlformats.org/officeDocument/2006/relationships/notesSlide" Target="/ppt/notesSlides/notesSlide1.xml" Id="R00f2765e08004e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8fbe5d5494906" /><Relationship Type="http://schemas.openxmlformats.org/officeDocument/2006/relationships/notesSlide" Target="/ppt/notesSlides/notesSlide2.xml" Id="Raee3066ed1414e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fa056f1664fa9" /><Relationship Type="http://schemas.openxmlformats.org/officeDocument/2006/relationships/notesSlide" Target="/ppt/notesSlides/notesSlide3.xml" Id="Rb9db9f9f2d5d4b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7e01de9c045c2" /><Relationship Type="http://schemas.openxmlformats.org/officeDocument/2006/relationships/notesSlide" Target="/ppt/notesSlides/notesSlide4.xml" Id="R3fe4e7d004eb4b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b1d6643734ec7" /><Relationship Type="http://schemas.openxmlformats.org/officeDocument/2006/relationships/notesSlide" Target="/ppt/notesSlides/notesSlide5.xml" Id="R40f2849f22c34c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665f4b0fe4eb9" /><Relationship Type="http://schemas.openxmlformats.org/officeDocument/2006/relationships/notesSlide" Target="/ppt/notesSlides/notesSlide6.xml" Id="R4b840cab060940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daad319294684" /><Relationship Type="http://schemas.openxmlformats.org/officeDocument/2006/relationships/notesSlide" Target="/ppt/notesSlides/notesSlide7.xml" Id="R5c1252e4241044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e0aef02d04cea" /><Relationship Type="http://schemas.openxmlformats.org/officeDocument/2006/relationships/notesSlide" Target="/ppt/notesSlides/notesSlide8.xml" Id="Rfb2c7678b4684f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6d170fa654862" /><Relationship Type="http://schemas.openxmlformats.org/officeDocument/2006/relationships/notesSlide" Target="/ppt/notesSlides/notesSlide9.xml" Id="Rd799e908710e43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386f0bbde48bd" /><Relationship Type="http://schemas.openxmlformats.org/officeDocument/2006/relationships/notesSlide" Target="/ppt/notesSlides/notesSlide10.xml" Id="R9641bcfd44134f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6c9227648409a" /><Relationship Type="http://schemas.openxmlformats.org/officeDocument/2006/relationships/notesSlide" Target="/ppt/notesSlides/notesSlide11.xml" Id="Rb438bb32a29b45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DFD48-9BE3-439B-BF83-556D0101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BEHAVIOR AS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D806A-FA42-44D8-91A0-B169EA37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BioPrint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B6D93-B08C-415F-A812-F0196DA2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7DE0B1"/>
                </a:solidFill>
                <a:latin typeface="Aptos"/>
                <a:ea typeface="Aptos"/>
                <a:cs typeface="Aptos"/>
              </a:rPr>
              <a:t>Passive-first behavioral authentication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039B2-1EE2-43A1-877E-11EDDE9B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 normal login stays normal when the evidence is strong.</a:t>
            </a:r>
          </a:p>
          <a:p xmlns:a="http://schemas.openxmlformats.org/drawingml/2006/main">
            <a:pPr>
              <a:defRPr sz="15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system asks for more only when the session needs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10351-3B2A-4E92-BBFA-32C44386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3429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CF4BA-BA34-400B-A696-1CD03C87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1B952-9085-4DFA-87E0-472E0953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••••••••••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55F16-9111-46ED-8C50-02B901D6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2288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36558-30A0-4066-98FE-7A991DA7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PASSIVE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3CDF1-2790-4CE5-A59D-5955AEBC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typing rhythm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field transitions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submit approach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1E6D6-9808-494B-926B-0EC6641A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704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00505-281D-4661-8304-562615F2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352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F0F44-D0CD-4716-85E4-6D11D125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434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or trigger a short active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C185F-D0CE-4083-83C7-C560BB82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Hackathon build • v0.4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1F6D2-D0AA-4FE1-A972-A1C87B63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E9734-AF06-4980-BBCB-857A9C77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8207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972F7-3A15-4FAF-BC9F-35D707D6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E3AE7-9420-439C-B6B9-84CFFD3E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Passwords prove knowledge. They do not prove continuity.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2627E-AE72-4780-B168-B5FEF6C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Behavioral signals can add confidence without adding friction to every login.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0B7EA-B81E-4E59-889C-B5A02B8B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A68A6-937C-41E8-ACC2-47939F73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EVERY 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240BB-4AC6-4BDA-B8DE-07666830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Challenge the 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E60B2-8939-4BEF-A164-021BD917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Strong evidence,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constant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3A46F-1A96-44F6-885B-193D7DAC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6C5EC-E28C-45D7-9818-C8FE5EE3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NO CHALLENGE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27F47-5851-43CF-8BBB-08B3015C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Trust the password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98DF6-77D2-4C4F-85B1-3D1AA42D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Low friction,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weak continuity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97024-4DAC-4BA7-9807-C1B7AB18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8F37E-C285-491A-87E5-98A2785A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BIOPRINT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BE6FF-B9F7-4845-A363-FB0FB597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Observe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CF803-E09F-4DCC-95A7-40C0E719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Accept strong passive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evidence. Step up uncertainty.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F6E31-ECA4-46BF-8A31-64B57128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81375"/>
            <a:ext cx="5524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C0707-E7C1-4122-A35B-F56A854A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81375"/>
            <a:ext cx="5524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57159-29F7-441C-97C1-0500BCCE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The design goal: adaptive friction, with identity, humanity, quality and freshness kept separate.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22264-AF79-4B82-964A-88D782EC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1F909-500D-46E3-9311-06D06028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2239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53A4D-D920-4B45-AF5E-D2137C35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79801-40FD-41FB-B4D9-E026C363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One login. Three possible outcomes.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F1522-E606-4594-A7C2-7A9834A6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server checks the password separately from behavioral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CC988-4977-4A0B-88BB-3A6EC62C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2F2E5-8BF2-46D7-A04C-95C81C91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30DFF-6FA0-4A51-8E89-F14BC922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+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CBB39-6B89-4409-AD98-58ECA102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86A0E-7608-4E0D-8F97-54F3539C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1C83A-0029-4B71-ACEC-03D5C1BE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63CB1-D008-49E8-B865-95733071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Passive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50F52-C963-4E59-9DFA-F2187E81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81599-7BE1-484D-BB24-C6A3C37B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8B9A1-9823-4E8A-A8C7-96D031BB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CC2C0-A072-43F4-A2FA-4D6119F8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Decision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zone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B734A-925C-47FB-ACAA-002FEB92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3ADCC-226C-401E-B462-BD8FB53F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1283E-EF48-4A2F-A88D-E8F20F5D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3A8BA-6F9C-4B79-9FFE-60A0049E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Optional active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step-up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5126B-3271-4E8C-AFB5-F09691E3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C4D3E-10D6-47F1-A5F6-75986F74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854BB-D3C1-4BCC-AF72-A9C029C0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767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39E67-83C0-49AD-938D-42EBECCE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STEP 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6B5E3-B730-4ED1-95AC-AE380545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9F28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BD1E06-D2B2-4953-B1FD-C6CFEA41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95700"/>
            <a:ext cx="953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4C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FB4456-B245-4193-BBA0-121FC363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Hard failures bypass step-up: replay, malformed telemetry, wrong password, clear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9F88ED-0297-4321-80DB-8C9029FA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031978-BC79-4E12-95D0-766E22C7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63413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1A753-5D9E-416E-918E-35D5C9FD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PASSIVE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EE9FF-54E2-4991-B5B2-09FE5E4D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The login form becomes a behavioral trace.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280C3-5E9D-4D79-945F-8B56EE72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We collect timing and motion context, while keeping credential content out of the biometric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1D39B-4B58-44EF-9709-E4A223BE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KEYBOARD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53711-086D-4536-B760-083E4F52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5DCCE-4318-4D24-AAC6-D83B1C17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dwell
DD / UD flight
digraphs, pauses
corrections, 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AF573-CCA9-4A4F-95B0-BD7B1ABE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POINTER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F396F-A52F-4767-8B39-AA96FDF0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A4676-401A-4EFF-A336-F1F2FF43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velocity / acceleration
curvature proxy
approach angle
click hold + 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6E2C3-4A79-4059-9520-85320808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CROSS-MODAL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13568-7EA9-4664-896E-D53C0BFE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89C6F-740D-4645-94F7-1BF70C27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→ password
password → pointer
arrival → click
Tab vs field click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7B7D6-FE97-44A6-AE7E-605F3659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327D8-E386-486D-B6EF-E67E0C7C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97958-A7B4-431D-9151-07FBCED6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 key/code/value
never retained
autofill = unavailable
strict event allowlist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F0BB7-3C78-43B1-9029-F3686EFD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885ED-8D27-4A6A-B1B7-5513DB0E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Quality is separate from similarity: missing keyboard evidence lowers Q, not identity to zero.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00ED6-A036-431B-B131-47CE4C41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BEFF2-D538-4252-A3E8-956127DF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8064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23B56A-1207-4142-9740-E2E75510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MATCHING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AFADE-C634-4A99-9339-179ACB4A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Robust statistics first. Sequence matching when the evidence supports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07EC1-91C0-4A63-9F5C-758297AC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matcher treats speed changes as timing variation, not automatic mismatch.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2B41F-79AD-4BA3-9B79-D65C8EE3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C3C87-8F8B-453B-9357-94EA12CD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1  FEATURE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1FD4F-29CC-44B5-8D52-5B68126F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Median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MAD scale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Per-feature reliability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8F03C-CA56-4ADD-96F2-CFDC9FC6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Resists outliers and keeps weak modalities from dominating.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EA365-90A4-4953-9653-5A9D83FE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BBCA5-F5F7-4607-830A-5200DE7E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2  EXAMPLAR + DTW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716FF-60AB-4B47-A135-29946650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Nearest genuine traces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Bounded DTW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Keyboard + pointer + touch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A65C4-5465-44FB-9AFF-6E8BBE84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Compares shape and rhythm across slightly faster or slower sessions.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F92D8-C86F-481C-A5E4-C7581843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43122-4F59-4E25-80FA-7982E5E5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3  QUALITY-AWARE 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AC48D-ED70-40E2-9A13-CDBA7EED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384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Identity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Humanity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Quality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7FDF1-4CD8-46A2-BC8D-AF66EDB3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9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Each stays visible to policy and explainability.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D5EFF-1C92-4DE3-BD78-8E6DE26A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67100"/>
            <a:ext cx="11239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202D2-5D11-43BF-99C8-954C4B96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11239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C0FA9-9932-4989-B731-616B1008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Active matching is shadow by default. A recorded, session-separated evaluation report gates activation.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79F93-CA88-464F-A9C9-0A0C2A7E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5BDA3-5419-430A-8727-4E4E4160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6908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F34CFF-C525-483F-A27B-FC6AEC69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ACTIVE STEP-UP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B1AB3-7E9D-4CBD-BA12-BD2ED5B4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 few seconds of controlled, higher-information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DF05B-82EE-4032-974B-D2611674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challenge randomizes geometry so the user repeats a task, not a fixed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228C5-2626-41DE-95CB-5066C8A6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5123E-8CB5-4DD2-838B-C630B6BA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CONTROLLED TYPING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812C5-DB48-434F-B088-AA24D634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“Bright little forest 26”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73DE5-F850-43AD-9F88-5F2BB38A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Known phrase enables contextual dwell, flight, correction and Shift comparisons.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318D1-E62D-40F3-88F8-D783122E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53530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05FFD-562C-40E0-92D7-50ADAB57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TARGET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8E0E0-7BB9-4E82-A21C-B404E8AE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E23F5-E021-49B2-8952-F5B6DAE8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575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4BD25-A9A9-4451-B88F-46CFD5A3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24519-DDC0-4F1A-9A8F-DB835D54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8670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9B624-4A16-4F6F-A126-690F6234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67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BB7B5-D939-4490-A0D6-0D96EA75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528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C013B-098F-48D2-A727-6773BCCC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1E4AF-27A6-4A38-9008-6ECC7C1F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3910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83665-12CD-4859-9D33-B9E4C39D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028950" cy="190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3CB15-3A0D-41D2-93BF-728512D5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1695450" cy="1085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9FF37-7340-4BB5-9BBF-4DF95A3F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1905000" cy="438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387E3C-0201-4376-8EF8-AB96720D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Randomized position, radius, order, distance and direction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F0AF0-A29A-43D0-9174-8E868A43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Touch and pen use drag equivalents. Motion, scroll and stylus fields remain optional and unavailable when the device cannot provide them.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5382B-1FC5-46F0-BFA6-8988BC55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CC0C47-D121-4F60-8B89-C42881E5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53501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792E5-0A0A-4819-81F9-134DE15B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9A81C-4706-4CFA-A3FA-2A9FC9A2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Separate gates keep a high similarity score from becoming blind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05CE2-40B0-41F0-9E42-F6DF8C1E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verifier consumes challenges before parsing evidence and binds them to user, device and cookie.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2578E-7908-4285-893E-4ACCA8CD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4634C-E03B-4C8D-B70E-7A8A885B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71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A2C3F-5AE5-4966-B281-9CB549C9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Does the behavior resemble this profile?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F4525-9E85-4CA2-9C9D-818B92D5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445EA-C523-428E-B3C5-3B4642D5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Robust 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6C250-19B3-4DD5-AD4D-D4F3EAE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5630C-05E7-4F76-954F-F742DBC1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HUMANITY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14179-FE6B-4506-865C-A756ACD8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Does the session look like a person?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28751-200F-4D44-95AC-41832DAF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B1F83-A692-45C6-904A-01E666F9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Automation heuristics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34BDD-FCE5-4E2F-905B-D17C1291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E9789-97A4-4F33-B0A2-5FC0F447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5FFC6-2802-4DBB-9E82-08CEBE72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Is there enough comparable evidence?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EBBB2-58EA-4422-9F74-F017882D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0B327-D152-43EC-B3FB-FA518F8B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Modality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57F3D-FDD3-4297-8E38-C4003C87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E86"/>
          </a:solidFill>
          <a:ln xmlns:a="http://schemas.openxmlformats.org/drawingml/2006/main" w="0">
            <a:solidFill>
              <a:srgbClr val="FF8E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1BD39-BB8F-4598-828F-5E45E88D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F4DBB8-8082-4FC6-BEAB-A9D55DDE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Is this session current and unused?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C81D0C-26FF-441D-8272-0FFA25BD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AD078-2DC6-4652-9414-C6B7B084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Nonce / expiry / replay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BFA4A-06DD-466F-BB93-41B00E3C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3A1F1E-7A86-4009-BCD0-AEE94DE7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Hard reject: wrong password, malformed stream, exact / near replay, expired challenge or clear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742F8-85F5-4684-8FCA-6AC8F22D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00BE9-4E1B-46C8-95F1-935716B4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75268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565C3-52BB-41FA-9089-B86479C1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ENROLLMENT + DEVICES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9ADF9-1974-4CD1-AAC0-D6011EB3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Trust grows through repeated evidence, not one lucky login.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B3E51-1571-404F-8817-30FC8859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Shared models, active models and device models evolve on different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07BBE-2B47-4F08-9DBA-ED1F9F0C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INITIAL ENROLLMENT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9A5E1-F43D-4DCA-83A1-638F1C0A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6 passive rounds + 8 active rounds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742E5-8855-488C-9AA9-3B27E5AB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AE138-3B0F-4882-9412-03337578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NEW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35318-C92F-4B78-A468-8EDA4377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Explicit six-round device enrollment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53C0D-CDD5-4525-8BA2-40BFCC0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63913-2A25-4D5E-BB61-5D2FCA76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DRIFT ADAPTATION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98229-7CA2-43D5-AAD4-2C942B90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4 high-confidence sessions, 10 min apart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38CB9-62EB-4717-8B74-C8042814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BCD2B-F3E4-484B-B8FE-F334FA7F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3528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A95B4-1146-4330-9D68-5E98B619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583B1-7A69-44A4-82F3-CE69D982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Shared anchor stays fixed</a:t>
            </a:r>
          </a:p>
          <a:p xmlns:a="http://schemas.openxmlformats.org/drawingml/2006/main">
            <a:pPr>
              <a:defRPr sz="16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Unknown devices stay candidates</a:t>
            </a:r>
          </a:p>
          <a:p xmlns:a="http://schemas.openxmlformats.org/drawingml/2006/main">
            <a:pPr>
              <a:defRPr sz="16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Original device model stays immutable</a:t>
            </a:r>
          </a:p>
          <a:p xmlns:a="http://schemas.openxmlformats.org/drawingml/2006/main">
            <a:pPr>
              <a:defRPr sz="16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Thresholds never decrease</a:t>
            </a:r>
          </a:p>
          <a:p xmlns:a="http://schemas.openxmlformats.org/drawingml/2006/main">
            <a:pPr>
              <a:defRPr sz="16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Continuous windows never train profiles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C7E27-8BC2-4DE1-B3FA-DC138EAD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local demo uses a fixed enrollment key and password. A real integration supplies account verification and protected sessions.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951BA-BAB8-4D37-A1B7-1D1F64C8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384CC-FFF6-4D7A-8776-9765FA1E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74182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41EE1-1593-455A-8B28-D76C4305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8F5BE-C682-49DC-A11F-AD4CEBAB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The result tells the operator why the system accepted, stepped up or rejected.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551E3-89AD-4810-9348-6081E226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 score without context is hard to review. BioPrint exposes the evidence dimensions separately.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5FB4C-1C99-4693-99B8-5BEB8823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4778B-FD38-4895-B75A-6F58285D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PASSIVE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A5045-2D24-44A1-B007-35F6F327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C3A46-68E3-4C04-BEB6-96170DEA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76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0.91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2468F-4C0B-4EE6-8A02-766A18EC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57F2C-CF09-43EA-9C41-D9E2C9A9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Evidence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F39D3-95C6-4479-B98D-2F6FC6EA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147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0.88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70687-9876-4A3E-A188-35DC7D52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AA150-C4CD-4F0E-8763-049D386C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Humanity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0A60F-3F2A-40F8-B767-C60733F4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528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0.98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63AE3-3CFA-43FF-8C81-8AE0895E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B9505-7C39-4C58-B54E-2B09B354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3A950-4032-4503-881A-66BAD964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91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E3E38-85C5-4F63-A952-7B427905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A24F6-8CC6-46A1-AA14-BB7DCA2E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704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033E7-41F4-4B9F-9C29-F2C71470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733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02B10-7A06-44AC-B315-FE218808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124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6EEFF5-B055-413F-B94D-E8A4AD7F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IF PASSIVE IS UNCERTAIN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9AA28F-EC27-4D62-A9CA-C9FD621C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MORE EVIDENCE REQUIRED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F9F6A-22CF-4A3B-828B-E9FC24C9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9090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Reasons stay concrete: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new device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insufficient quality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identity uncertain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active check issued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464686-B563-49EB-B40D-6E6CCA7A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C225D-9637-4EB1-AD6F-65B006BE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339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ACTIVE CHALLENGE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1FA4A-BF7C-4C60-8510-4FB448C2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C74421-1D68-4904-8F28-4AA4A658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2522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264B25-5915-46A6-ACCC-35C8708C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RESEARCH +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5F4DF-67BA-40C7-8C01-9D4484BD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We built the measurement loop before claiming performance.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8A537-2173-41B7-B50A-35A18101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system separates implementation progress from biometric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DAF21-85F7-473A-A0BA-3C4349E7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AF276-8D14-4A44-B045-4C75D70B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EAD45-1952-46C0-97D8-F30BDCFC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E3132-F553-4CC4-88A6-42129BF6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Export sanitized passive or paired login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5A749-F886-408E-AEE4-661067C9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E6C49-53F4-40A2-B3B4-DB4AF4CD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B878A-C89D-4861-8771-4C320CA2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31917-4A0E-4A4E-A369-52BF972C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9BBC6-7A65-455C-840C-BEED8661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Add subject, attack, device and split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1AB92-F66D-42A9-BFBA-005DE560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47308-BC3E-40F2-B671-13302CD1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07300-F815-433F-B642-7872D1A3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0E4CD-B155-401A-AC4E-F367BAF2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00F82-7E4A-4507-B48A-9E8B254D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Validation thresholds, held-out test, FAR / FRR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29902-EDBD-457E-A592-39DCBB26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0C1B4-796F-474A-A873-0656B2C0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006A4-84EF-41DE-9B5F-88240243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E6EB4-6528-42C6-B576-83ED8477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E0A802-F6F0-40BE-902C-3BB92E1C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Policy checks versions, coverage and ceilings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D1649-23AE-42D1-9FDA-5CDE434E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A655F-2A3B-4024-A2D8-70D9DDD4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Current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98FF81-B2E4-48A1-9A29-0113CD8C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923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Synthetic and HTTP smoke checks pass. No real participant study has been run.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64F479-FC99-42C1-9E4A-126AAADA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0100"/>
            <a:ext cx="1771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52511A-C096-4243-A7E0-4C267B88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65772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NO PERFORMANCE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F43C05-6D2D-4416-8694-693BD58E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Next proof point: separate-day genuine sessions, impostor attempts, browser/device coverage and longitudinal drift data.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53FD68-72C9-4775-9001-23E30748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18DDC4-CC22-47BD-84F3-6C7D334B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22479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CCD78-B37D-4843-98AF-BDA905FC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THE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2B11E-BC14-4049-B0DC-73FB7192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Observe first.</a:t>
            </a:r>
          </a:p>
          <a:p xmlns:a="http://schemas.openxmlformats.org/drawingml/2006/main">
            <a:pPr>
              <a:defRPr sz="36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Ask for more only when necessary.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340AF-A03C-4262-93A5-6F725EAA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DE0B1"/>
                </a:solidFill>
                <a:latin typeface="Aptos"/>
                <a:ea typeface="Aptos"/>
                <a:cs typeface="Aptos"/>
              </a:rPr>
              <a:t>BioPrint combines low-friction passive verification with a controlled active step-up, while keeping privacy and uncertainty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AFA97-C018-4D44-B420-882E611C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04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FD222-8D3A-4BA5-9B52-7E594820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BE323-FDAA-4B90-9162-E8CE69FC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Passive-first flow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Active step-up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Robust + DTW matching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Device lifecycle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Evaluation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15002-6EC5-420C-8643-700A4264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Hackathon demo: local loopback app • fixed demo credential • no external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891A3-3A87-49A5-ABF6-91728E69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0DB4A-1231-4526-BA10-E543F8AB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57596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2026-09-19T20:47:13.6840000Z</dcterms:created>
  <dcterms:modified xsi:type="dcterms:W3CDTF">2026-09-19T20:47:13.6840000Z</dcterms:modified>
</coreProperties>
</file>