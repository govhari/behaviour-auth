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1becee2ff24fe0" /><Relationship Type="http://schemas.openxmlformats.org/officeDocument/2006/relationships/extended-properties" Target="/docProps/app.xml" Id="Re80a2bc10df347d4" /><Relationship Type="http://schemas.openxmlformats.org/officeDocument/2006/relationships/officeDocument" Target="/ppt/presentation.xml" Id="Rc0c05c54d4d340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5f8015b3714d1c"/>
  </p:sldMasterIdLst>
  <p:notesMasterIdLst>
    <p:notesMasterId xmlns:r="http://schemas.openxmlformats.org/officeDocument/2006/relationships" r:id="R391d38622c0f4b8b"/>
  </p:notesMasterIdLst>
  <p:sldIdLst>
    <p:sldId xmlns:r="http://schemas.openxmlformats.org/officeDocument/2006/relationships" id="256" r:id="Reec5f73fef9e460f"/>
    <p:sldId xmlns:r="http://schemas.openxmlformats.org/officeDocument/2006/relationships" id="257" r:id="Rf5e47d9040bb45ac"/>
    <p:sldId xmlns:r="http://schemas.openxmlformats.org/officeDocument/2006/relationships" id="258" r:id="R20ceeba13e624904"/>
    <p:sldId xmlns:r="http://schemas.openxmlformats.org/officeDocument/2006/relationships" id="259" r:id="R27f3f11a8d4b4d85"/>
    <p:sldId xmlns:r="http://schemas.openxmlformats.org/officeDocument/2006/relationships" id="260" r:id="R1bb7a9a6e27648f3"/>
    <p:sldId xmlns:r="http://schemas.openxmlformats.org/officeDocument/2006/relationships" id="261" r:id="R3af1e7f02c914de0"/>
    <p:sldId xmlns:r="http://schemas.openxmlformats.org/officeDocument/2006/relationships" id="262" r:id="R8dcdc062977c484a"/>
    <p:sldId xmlns:r="http://schemas.openxmlformats.org/officeDocument/2006/relationships" id="263" r:id="Raba5e0f20d0943c0"/>
    <p:sldId xmlns:r="http://schemas.openxmlformats.org/officeDocument/2006/relationships" id="264" r:id="R620b66f65f8844f4"/>
    <p:sldId xmlns:r="http://schemas.openxmlformats.org/officeDocument/2006/relationships" id="265" r:id="Rbae85989354f4d66"/>
    <p:sldId xmlns:r="http://schemas.openxmlformats.org/officeDocument/2006/relationships" id="266" r:id="R1fa52209e7984389"/>
    <p:sldId xmlns:r="http://schemas.openxmlformats.org/officeDocument/2006/relationships" id="267" r:id="R463150cc12304ac6"/>
    <p:sldId xmlns:r="http://schemas.openxmlformats.org/officeDocument/2006/relationships" id="268" r:id="Rec1bef4b6fc747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c45aa25c034daf" /><Relationship Type="http://schemas.openxmlformats.org/officeDocument/2006/relationships/slideMaster" Target="/ppt/slideMasters/slideMaster1.xml" Id="Rd65f8015b3714d1c" /><Relationship Type="http://schemas.openxmlformats.org/officeDocument/2006/relationships/notesMaster" Target="/ppt/notesMasters/notesMaster1.xml" Id="R391d38622c0f4b8b" /><Relationship Type="http://schemas.openxmlformats.org/officeDocument/2006/relationships/presProps" Target="/ppt/presProps.xml" Id="Rfbecbf5d5a714a3e" /><Relationship Type="http://schemas.openxmlformats.org/officeDocument/2006/relationships/tableStyles" Target="/ppt/tableStyles.xml" Id="Rdef5c43263e54aae" /><Relationship Type="http://schemas.openxmlformats.org/officeDocument/2006/relationships/slide" Target="/ppt/slides/slide1.xml" Id="Reec5f73fef9e460f" /><Relationship Type="http://schemas.openxmlformats.org/officeDocument/2006/relationships/slide" Target="/ppt/slides/slide2.xml" Id="Rf5e47d9040bb45ac" /><Relationship Type="http://schemas.openxmlformats.org/officeDocument/2006/relationships/slide" Target="/ppt/slides/slide3.xml" Id="R20ceeba13e624904" /><Relationship Type="http://schemas.openxmlformats.org/officeDocument/2006/relationships/slide" Target="/ppt/slides/slide4.xml" Id="R27f3f11a8d4b4d85" /><Relationship Type="http://schemas.openxmlformats.org/officeDocument/2006/relationships/slide" Target="/ppt/slides/slide5.xml" Id="R1bb7a9a6e27648f3" /><Relationship Type="http://schemas.openxmlformats.org/officeDocument/2006/relationships/slide" Target="/ppt/slides/slide6.xml" Id="R3af1e7f02c914de0" /><Relationship Type="http://schemas.openxmlformats.org/officeDocument/2006/relationships/slide" Target="/ppt/slides/slide7.xml" Id="R8dcdc062977c484a" /><Relationship Type="http://schemas.openxmlformats.org/officeDocument/2006/relationships/slide" Target="/ppt/slides/slide8.xml" Id="Raba5e0f20d0943c0" /><Relationship Type="http://schemas.openxmlformats.org/officeDocument/2006/relationships/slide" Target="/ppt/slides/slide9.xml" Id="R620b66f65f8844f4" /><Relationship Type="http://schemas.openxmlformats.org/officeDocument/2006/relationships/slide" Target="/ppt/slides/slide10.xml" Id="Rbae85989354f4d66" /><Relationship Type="http://schemas.openxmlformats.org/officeDocument/2006/relationships/slide" Target="/ppt/slides/slide11.xml" Id="R1fa52209e7984389" /><Relationship Type="http://schemas.openxmlformats.org/officeDocument/2006/relationships/slide" Target="/ppt/slides/slide12.xml" Id="R463150cc12304ac6" /><Relationship Type="http://schemas.openxmlformats.org/officeDocument/2006/relationships/slide" Target="/ppt/slides/slide13.xml" Id="Rec1bef4b6fc747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4eaa7367564f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540b48ffb74b7d" /><Relationship Type="http://schemas.openxmlformats.org/officeDocument/2006/relationships/notesMaster" Target="/ppt/notesMasters/notesMaster1.xml" Id="Rce06d7afd47040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2d36d355bc46f2" /><Relationship Type="http://schemas.openxmlformats.org/officeDocument/2006/relationships/notesMaster" Target="/ppt/notesMasters/notesMaster1.xml" Id="Rc35cb0061d6449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456151228248b4" /><Relationship Type="http://schemas.openxmlformats.org/officeDocument/2006/relationships/notesMaster" Target="/ppt/notesMasters/notesMaster1.xml" Id="R1ac387dc3d614d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cb0ff23e7148f2" /><Relationship Type="http://schemas.openxmlformats.org/officeDocument/2006/relationships/notesMaster" Target="/ppt/notesMasters/notesMaster1.xml" Id="R8783610c6eea4d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8c735a9ed9432c" /><Relationship Type="http://schemas.openxmlformats.org/officeDocument/2006/relationships/notesMaster" Target="/ppt/notesMasters/notesMaster1.xml" Id="R62e4bd10f08341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057a19d0d74887" /><Relationship Type="http://schemas.openxmlformats.org/officeDocument/2006/relationships/notesMaster" Target="/ppt/notesMasters/notesMaster1.xml" Id="R19ff4c9cab3847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e9057b0ecc419f" /><Relationship Type="http://schemas.openxmlformats.org/officeDocument/2006/relationships/notesMaster" Target="/ppt/notesMasters/notesMaster1.xml" Id="R482e2fb0d8644f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49019937584fc1" /><Relationship Type="http://schemas.openxmlformats.org/officeDocument/2006/relationships/notesMaster" Target="/ppt/notesMasters/notesMaster1.xml" Id="Rf1956cec9e244a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4d8c5f5a014be3" /><Relationship Type="http://schemas.openxmlformats.org/officeDocument/2006/relationships/notesMaster" Target="/ppt/notesMasters/notesMaster1.xml" Id="Rab07e9951d514a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882753cb984888" /><Relationship Type="http://schemas.openxmlformats.org/officeDocument/2006/relationships/notesMaster" Target="/ppt/notesMasters/notesMaster1.xml" Id="R883593381c9049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63471bf57c41e7" /><Relationship Type="http://schemas.openxmlformats.org/officeDocument/2006/relationships/notesMaster" Target="/ppt/notesMasters/notesMaster1.xml" Id="Rebbe6ab086364c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4aee3e77e04d3c" /><Relationship Type="http://schemas.openxmlformats.org/officeDocument/2006/relationships/notesMaster" Target="/ppt/notesMasters/notesMaster1.xml" Id="R17c4a94184db40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02b91448024d2e" /><Relationship Type="http://schemas.openxmlformats.org/officeDocument/2006/relationships/notesMaster" Target="/ppt/notesMasters/notesMaster1.xml" Id="R40f41474b13645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docs/BioPrint_Active_Passive_Handout.md;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docs/BioPrint_Active_Passive_Handout.md sections 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server/http.js; server/login.js; docs/ACTIVE_PASSIVE_IMPLEMENTATION.md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server/passive.js; client/passive.js; docs/BioPrint_Active_Passive_Handout.md sections 5–10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server/features/index.js; server/matching/index.js; server/policy.js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server/scoring.js; server/matching/index.js; server/passive.js; server/evaluation.js; docs/EVALUATION.md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server/core.js; client/sdk.js; server/scoring.js; server/features/optional.js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server/login.js; server/core.js; server/security/replay.js; server/security/automation.js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server/login.js; server/passive-adaptation.js; docs/VALIDATION_CHECKLIST.md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client/app.js; docs/BioPrint_Active_Passive_Handout.md sections 35–36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server/login-evaluation.js; server/policy.js; docs/EVALUATION.md; docs/VALIDATION_CHECKLIST.md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docs/WORKLOG.md checkpoints 11–14; docs/VALIDATION_CHECKLIST.md; docs/EVALUATION.md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docs/ACTIVE_PASSIVE_IMPLEMENTATION.md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88ac943334a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1a3df7eca44cf4" /><Relationship Type="http://schemas.openxmlformats.org/officeDocument/2006/relationships/slideLayout" Target="/ppt/slideLayouts/slideLayout1.xml" Id="R58eb0cf630e343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eb0cf630e343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8d76120f248ec" /><Relationship Type="http://schemas.openxmlformats.org/officeDocument/2006/relationships/notesSlide" Target="/ppt/notesSlides/notesSlide1.xml" Id="R19eecfccc38c46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88450315e4b5d" /><Relationship Type="http://schemas.openxmlformats.org/officeDocument/2006/relationships/notesSlide" Target="/ppt/notesSlides/notesSlide2.xml" Id="R4ae091029bce46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1392175b24c06" /><Relationship Type="http://schemas.openxmlformats.org/officeDocument/2006/relationships/notesSlide" Target="/ppt/notesSlides/notesSlide3.xml" Id="Re18a03a36ae74c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e7a7ef6f24740" /><Relationship Type="http://schemas.openxmlformats.org/officeDocument/2006/relationships/notesSlide" Target="/ppt/notesSlides/notesSlide4.xml" Id="R06071f247be649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036500028462e" /><Relationship Type="http://schemas.openxmlformats.org/officeDocument/2006/relationships/notesSlide" Target="/ppt/notesSlides/notesSlide5.xml" Id="R26933a68c87d4a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3d22cce8c462b" /><Relationship Type="http://schemas.openxmlformats.org/officeDocument/2006/relationships/notesSlide" Target="/ppt/notesSlides/notesSlide6.xml" Id="R13887cfeceb649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afac0995d4a31" /><Relationship Type="http://schemas.openxmlformats.org/officeDocument/2006/relationships/notesSlide" Target="/ppt/notesSlides/notesSlide7.xml" Id="R7ee9255f05e84e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0297f05ee4294" /><Relationship Type="http://schemas.openxmlformats.org/officeDocument/2006/relationships/notesSlide" Target="/ppt/notesSlides/notesSlide8.xml" Id="R0f49fd4c7d2041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6535e42fb4ff7" /><Relationship Type="http://schemas.openxmlformats.org/officeDocument/2006/relationships/notesSlide" Target="/ppt/notesSlides/notesSlide9.xml" Id="R5d26bc2c7d9d41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50af414ad4c4a" /><Relationship Type="http://schemas.openxmlformats.org/officeDocument/2006/relationships/notesSlide" Target="/ppt/notesSlides/notesSlide10.xml" Id="R9e8d89344ae14d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55d4f47744fa0" /><Relationship Type="http://schemas.openxmlformats.org/officeDocument/2006/relationships/notesSlide" Target="/ppt/notesSlides/notesSlide11.xml" Id="R0631912cc81642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be1382d944824" /><Relationship Type="http://schemas.openxmlformats.org/officeDocument/2006/relationships/notesSlide" Target="/ppt/notesSlides/notesSlide12.xml" Id="R89e8bab8217446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8ce9bcd8547ff" /><Relationship Type="http://schemas.openxmlformats.org/officeDocument/2006/relationships/notesSlide" Target="/ppt/notesSlides/notesSlide13.xml" Id="R14760b05a6e047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37F1E-24E0-4CB6-A589-3318C8BB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BEHAVIOR AS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45EB5-65D6-4DB4-8373-E6FED92F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BioPrint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B7EB4-9510-4DD4-9823-9BC39A91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7DE0B1"/>
                </a:solidFill>
                <a:latin typeface="Aptos"/>
                <a:ea typeface="Aptos"/>
                <a:cs typeface="Aptos"/>
              </a:rPr>
              <a:t>Passive-first behavioral authentication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1B757-D6EB-4563-9894-9EB6E7FD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 normal login stays normal when the evidence is strong.</a:t>
            </a:r>
          </a:p>
          <a:p xmlns:a="http://schemas.openxmlformats.org/drawingml/2006/main">
            <a:pPr>
              <a:defRPr sz="15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system asks for more only when the session needs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705DD-F9F8-48EE-B468-80936E6C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470D4-48B0-43F0-AE51-E66A4237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8F3FB-988C-45BB-B720-4A725EEB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••••••••••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4A31C-909A-4496-A171-3683C0D2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2288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35887-8B73-4E80-A76D-E9287229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PASSIVE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1AC53-481F-4BF6-B3C7-7FB4AD65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typing rhythm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field transitions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submit approach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FDD82-00E7-4F3D-B786-49019D54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A4A08-A195-49F9-8436-EF5D6887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529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4CD11-3850-47AF-A1C7-9C77F9FA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434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or trigger a short active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748A6-0136-40B1-A3F3-67FE4F32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Hackathon build • v0.4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F8717-99EA-492B-88E3-49D21B7A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6A964-798A-4B62-9BE4-B7B10593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53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2B270-FA4D-4CD6-94A1-5B47BCEC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46A0E-15CA-4F96-AB21-A37526F1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Passwords prove knowledge. They do not prove continuity.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CC5CE-072E-4F76-BE1A-66090217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Behavioral signals can add confidence without adding friction to every login.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D0F8A-479D-417E-AA3A-8C1E4CC4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DFDCC-2C5A-441A-979F-684711EE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EVERY 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7D062-5335-4C02-9CD4-1AF81B8A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Challenge the 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FB2AE-A2D8-4EA3-9E2F-F4C3BC88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Strong evidence,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constant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1DB00-0B9A-481D-AC08-CDD047C1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D66E0-D416-450C-857E-E0DF102B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NO CHALLENGE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DDAFA-23D7-4042-9F43-63F93E21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Trust the 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9C928-ECB4-4110-B4E9-8FF6BC86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Low friction,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weak continuity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82834-B6FD-4D52-8899-730970C3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FDEA5-70D9-402A-812A-D06F2283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BIOPRINT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0D4F3-4A7E-4B03-BD59-CBA62119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Observe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E3580-AD09-420B-9D7A-F2EBD56C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Accept strong passive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evidence. Step up uncertainty.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F0A40-FF17-4062-BBBD-08827CA5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81375"/>
            <a:ext cx="5524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79BA9-11E4-4573-B21C-461ED5FD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81375"/>
            <a:ext cx="5524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98F1A-A4AF-4ED4-97A5-EF0307EA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The design goal: adaptive friction, with identity, humanity, quality and freshness kept separate.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78777-2CB7-47CA-8493-28B2EA8A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F1272-6409-469C-9020-6AED8EF0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7937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5DEF-D32B-4581-B0EB-0AFF9F0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D7E07-A755-4B25-AFA8-E5B956A1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One login. Three possible outcomes.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61F32-1382-4F4C-B22F-943DC0A7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server checks the password separately from behavioral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73DE6-512C-4369-8056-82A9D9E6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7258D-44BC-4CF1-BDAA-35FAB936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9F61B-C5B7-46B9-8439-2B255085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+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9755B-35E1-45B4-97F2-B2C231EE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880F0-9DC3-4531-AB83-85E746AD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68D9E-A5AA-4AE2-81D6-69283E2A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07321-421C-4BB4-860E-8FA71BBF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Passive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CA705-2B36-47B2-97E3-86B43417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60795-32D1-49F8-874D-66E03ABB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CC351-FC70-4D38-B2BF-35272E2B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7763D-0D07-4141-8B10-71E6F2F6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Decision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zone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2ADF5-BCB3-49B7-BFA7-74C093BB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E0301-5BFD-487A-9059-AF36D747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5CE71-E33F-43C0-83E0-EAD9500C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8D244-C03D-4B7C-9B69-6C0E32B9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Optional active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step-up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1BEBD-3F30-4386-A4CF-5FCFE714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22732-CFE3-4D53-9C36-62090BC8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7D086-4555-44B3-AF36-196AA471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767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982E9-31F6-42CF-8893-C4CFB14C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STEP 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3D20B2-694E-4A66-92DE-D688911B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9F28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AC4C8D-CAAB-4E72-A0C4-0351BA71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95700"/>
            <a:ext cx="953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4C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33D884-2517-4847-B092-EDF10BCD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Hard failures bypass step-up: replay, malformed telemetry, wrong password, clear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FBAA5-92EF-4F6C-9339-29DF25A2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76672-3387-494D-A041-862AA45E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33734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799AF-F4EF-43AD-B6DA-B12A68FD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PASSIVE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D3E79-6CD4-4E5E-9FE5-DA329C22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The login form becomes a behavioral trace.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19A1F-995D-49B1-B164-758FD7E9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We collect timing and motion context, while keeping credential content out of the biometric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133D4-DD14-44AF-84B3-A94BF390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KEYBOARD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34327-9248-46BC-8C12-A5CF9BDA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ACCC0-CF35-46E2-9769-AB15FEFE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dwell
DD / UD flight
digraphs, pauses
corrections, 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CC9A1-7842-42AE-A9AE-0544C8D3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POINTER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BE057-CBC1-43AD-B2D9-1D3ADF84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76689-C806-47F4-BC7A-43D084D1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velocity / acceleration
curvature proxy
approach angle
click hold + 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8BE30-720D-4D0B-97EF-16648D37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CROSS-MODAL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7E585-0E0C-4B92-AE86-50E2A3A5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CF9ED-DA20-4CE3-9D20-528DF4BC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→ password
password → pointer
arrival → click
Tab vs field click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B70FA-F88E-4999-8CCB-1FED6848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233E2-0352-49FE-BB13-575D576F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ECFF3-AFFA-41F4-8770-AE74FF19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 key/code/value
never retained
autofill = unavailable
strict event allowlist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26F64-C55F-4199-B872-07E3A1FF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51135-0FDD-4D41-B73A-C8F8F352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Quality is separate from similarity: missing keyboard evidence lowers Q, not identity to zero.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1F4A0-275C-4A83-BFA2-2EC0B69B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09461-F86B-4BC3-BD89-D6DEBB57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03484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1666B-490A-4CAE-8814-07469129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MATCHING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7AD58-BE7E-48AC-B0CD-AD2D7FFF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Robust statistics first. Sequence matching when the evidence supports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D2D72-6472-441C-9AFE-1CB43940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matcher treats speed changes as timing variation, not automatic mismatch.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B36D5-36C1-401F-BC99-D624812E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844EC-5BD9-40FB-9EE9-0DE26796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1  FEATURE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2138B-033B-47F6-8967-9AD3910D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Median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MAD scale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Per-feature 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15C53-42AB-4561-A42C-2492B2E0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Resists outliers and keeps weak modalities from dominating.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4ABC2-EC89-4A68-B7F5-13C3F834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2127B-6AB7-43F8-AAF4-2E39FC1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2  EXEMPLAR + DTW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5CB59-FD9A-4475-87C2-D2F17619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Nearest genuine traces</a:t>
            </a:r>
          </a:p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Bounded DTW</a:t>
            </a:r>
          </a:p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Keyboard + pointer + touch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761C6-0999-45B8-9208-611A17F7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Compares shape and rhythm across slightly faster or slower sessions.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BA9EC-C4FA-45A2-8E0A-D6CBF88A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9B857-972D-4664-A8AF-71D21036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3  QUALITY-AWARE 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00D24-2E64-441F-BA3E-AF788871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Identity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Humanity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D253E-E78A-46A5-92DF-F46D017A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Each stays visible to policy and explainability.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70F75-022A-4B49-BE32-C5C186EB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671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860FA-B038-40E6-8037-79D9CF6C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CF405-B06E-439F-A170-54E79390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Active matching is shadow by default. A recorded, session-separated evaluation report gates activation.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89E97-673A-4BC5-B347-9407D934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A8CDB-1B75-4C54-96EA-7BF0DDC1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1344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E8A78C-53A9-48D3-9967-DC29F0E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ALGORITHMS IN THE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16959-7C4C-417E-9F76-0EE87C85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Four algorithms turn raw behavior into a cautious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75E60-0E9B-4030-8FE7-E0246789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Each stage answers a different question, so one noisy signal cannot silently become an identity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63400-E51A-4E4D-AC58-7FAC6981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2447B-AF14-4FAB-BE2C-9E54047B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ROBUST NORMALIZATION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D428C-B9ED-4DF6-836A-832FF740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Median + MAD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CBE94-F8CD-4227-8A27-E92159E0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Centers each feature on the user’s typical value and scales by median absolute deviation. Outliers lose influence.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2605C-020B-44D8-8A88-297335E0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Inputs: dwell, flight, velocity, clicks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CBAC6-FE8B-4692-948E-BA2B2FB1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1B8C4-0EA6-4BE5-86AE-B28279F7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SEQUENCE ALIGNMENT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DBEC2-A056-4B83-84A1-054862A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Bounded DTW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CF320-46E6-49DA-A0F0-94EA159A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Dynamic programming aligns two traces that run at different speeds. A bounded warping window prevents implausible matches.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192F4-4BB1-4214-86AB-80BA89AA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Inputs: keyboard, pointer and touch sequences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04E1B-5A51-4C7B-B4A0-A5F214C3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6F362-4CB2-4D13-87F0-1A996067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QUALITY-AWARE FUSION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21438-E3C0-4C65-BDA6-4B15010A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Weighted geometric mean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30B53-D3C9-4314-BF9C-6235AE41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Combines modality scores after scaling each by evidence quality and reliability. Missing modalities stay unavailable.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245E4-4B7A-4D26-B2EE-03F1BF1E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Output: identity score + modality breakdown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F51D8-DEDB-4C13-A492-0EBE0A39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FF8E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7F204-FD27-4006-ACB6-D42D2BB2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POLICY CALIBRATION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63D17-6644-4449-A8CA-E9E357DB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Held-out threshold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008C1-B449-4C96-951C-B6402B8E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Validation selects thresholds and fusion weights by FAR + FRR. The frozen policy is then checked on held-out sessions.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F8F2A-8FF7-45D3-946D-D24F7360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Output: accept, step-up or reject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57DED-F053-4EC8-AA82-E7798B0C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9AF26-C3DD-4BBD-AED7-31419DCB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The runtime keeps baseline decisions visible while advanced matching and calibration remain shadowed until recorded-session evidence qualifies them.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3E753-0033-448B-A66B-AE52E58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728786-46EF-4BC6-9F49-5AF36D3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3170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06AFB-102C-45CC-8DD2-4D87B2C9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ACTIVE STEP-UP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A8AEF-424A-43A4-9A22-765072AB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 few seconds of controlled, higher-information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EEE07-8081-4254-A617-B39932AF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challenge randomizes geometry so the user repeats a task, not a fixed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76D7E-7354-463D-BF37-DF6D599D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29263-94F9-458D-9DB3-FB572C7B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CONTROLLED TYPING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BA720-4761-4B5F-ABAD-70E0B5F0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“Bright little forest 26”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21AFB-2A33-4DBE-86AA-523DCFFD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Known phrase enables contextual dwell, flight, correction and Shift comparisons.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975C0-1BB7-4D41-8668-738B18D2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53530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93B73-3E6F-4F23-93B0-E598731B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TARGET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9E7AF-B2A4-4376-A1BE-D09DC23D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31B7D-F072-4F83-AA29-1E5E894D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575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D6581-E849-4DCD-8505-FD65D624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18C2C-2CCB-432A-BFDE-9E431A48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867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16676-20F5-4BCD-AEEC-868AB8FF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67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20B43-0548-412D-B91A-E7D40487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528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34DE6-1AA1-4270-9594-85E973DE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19DE3-F8BA-4C0C-94FB-07FFE6D0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391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68057-6696-47FA-8CE1-B91B7FA7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028950" cy="19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88451-301B-49A6-8416-84C433FB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1695450" cy="1085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4A214-EE6B-4D3D-BEBB-30695C46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1905000" cy="438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AC512-8D7F-4EDD-96F4-A6C91061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Randomized position, radius, order, distance and direction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81E3D-B7DC-4B2C-9105-E8BFCC5D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Touch and pen use drag equivalents. Motion, scroll and stylus fields remain optional and unavailable when the device cannot provide them.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E9700-03AF-47A1-A497-8D5FF2E1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B62774-A0F5-4B1F-B800-4248F59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7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D83319-606B-484F-9D8A-07269D90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1D4A4-2F87-430C-ABAF-F39C2008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Separate gates keep a high similarity score from becoming blind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F9FF8-9EC1-4B87-86B3-626F6198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verifier consumes challenges before parsing evidence and binds them to user, device and cookie.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3DF23-AECA-4A9D-A32C-CD2AAA05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CA940-C793-400D-A8DC-D17D9EE6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71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B2ED7-A1A3-4654-893B-86F6E88D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Does the behavior resemble this profile?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F520B-F75A-45CF-9653-C04C1D13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FA39E-E89F-4D51-B8D3-B3D06963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Robust 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EF069-56E0-4376-80AA-395A31BF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30D09-FDDB-46AC-BBEE-9F722FDA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HUMANITY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F5876-F130-4C8F-8E63-CED2EC28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Does the session look like a person?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427FF-49FA-47D7-B609-29DA98EC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9EE3C-3802-43F7-BECA-44BF82A7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Automation heuristics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E268F-8E7F-4CA8-B762-723C9488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F15B0-4ADC-4665-AC85-9A6BEF2D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49B98-90DC-4117-A08E-4B6BD482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Is there enough comparable evidence?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D53DD-E7E2-4574-BD4B-0871257B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A7931-0EC9-4DC9-B31E-CF27D5AF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Modality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7EA8A-A890-4A13-A7EF-0834ABD5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E86"/>
          </a:solidFill>
          <a:ln xmlns:a="http://schemas.openxmlformats.org/drawingml/2006/main" w="0">
            <a:solidFill>
              <a:srgbClr val="FF8E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03EBB-DF1F-419B-8DEC-1E65D7EE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F67D1-AE47-4C80-A909-86C22B69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Is this session current and unused?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29D45-72F7-4FA8-8551-B5AEF794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1B350-0F93-46F4-A9CB-E7D41D97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Nonce / expiry / replay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E245B-05B3-43A4-A156-80E1DFA0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F2335-5FAE-4C6C-A66B-9CC716D4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Hard reject: wrong password, malformed stream, exact / near replay, expired challenge or clear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E37F20-621A-4871-8B61-F8ED1B97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EE089-922B-4D71-8360-BED7964D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36360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3BCF1-E29D-4D15-9AB7-D617043B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ENROLLMENT + DEVICES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51F6E-64B9-4E1B-816C-5169C7DE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Trust grows through repeated evidence, not one lucky login.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14CD5-8339-4B32-824E-DBDB985A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Shared models, active models and device models evolve on different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3A02A-597C-42D1-A869-9BE8AE33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INITIAL ENROLLMENT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0F45C-53CB-470E-A051-65AC7E11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6 passive rounds + 8 active rounds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F21D1-C370-4274-AA7E-2B3D7C76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C61B3-DC9F-45E4-B115-A416878A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NEW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A712E-14DF-4379-A212-F193FD4C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Explicit six-round device enrollment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267EF-11A1-4232-A4FA-12816F87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F33B9-7304-4319-B6C8-B3F717E3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DRIFT ADAPTATION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AF0C3-5822-45FA-810D-14492662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4 consistent sessions, ≥10 min apart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41B38-215E-441D-84A1-339FEF11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92410-FF5C-4337-B1FC-D1557147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8E663-BCB9-4FFE-BA27-148F29DF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D7F9D-69E6-48B2-9875-83630858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Shared anchor stays fixed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Unknown devices stay candidates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Original device model stays immutable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Thresholds never decrease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Continuous windows never train profiles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2B3A3-7B76-4536-BF99-448E3E6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local demo uses a fixed enrollment key and password. A real integration supplies account verification and protected sessions.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667AF-EAC3-4B68-93FB-63443435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F3EAC-E637-445D-9754-FF9A5CE7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4690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40B28F-4FB1-4923-AF32-B0B2765B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5D8C8-B7B6-4803-AB06-283DC15B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The result tells the operator why the system accepted, stepped up or rejected.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A666B-DE34-4546-AED9-11941A09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 score without context is hard to review. BioPrint exposes the evidence dimensions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DFB0C-6521-4809-938B-97B0C985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8A31C-0D6D-48FE-8180-B886B25C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PASSIVE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346A6-E46C-497B-98D4-43E0E1A4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CA2FF-6DC4-45A6-9A04-1C55E768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D1FAA-2DDC-4B7B-AA5F-99D41495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69BD0-5663-4166-9C88-257B3A2D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Evidence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0BDF0-F800-46BE-955A-FA1E221D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147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0.88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1BC59-6F3D-4BDE-9BD6-9134B6D9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DE07C-EEED-4BD8-BDD3-F07D53D2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Humanity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BE7E4-315D-4115-AA38-11BCD613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528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0.98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18E14-DCED-4D02-815A-EB2E00AF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5DFEC-6565-485A-A9A4-FADA4DAD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75EA2-E848-4832-BED0-17EB7B10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91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2042E-1CD8-4275-8E24-DAFCD460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C1081-4792-4B6F-A7F9-73C0090A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CDE26-B42A-4459-B631-7655653A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D583A-D36C-4113-A78D-98AAF7B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124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EE806-78A8-4494-A83B-6BABA7C7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IF PASSIVE IS UNCERTAIN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F84D2-BE20-48FD-BBDA-034C8F1E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MORE EVIDENCE 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690DB-D37A-40BB-9DDE-D583C407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9090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Reasons stay concrete: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new device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insufficient quality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identity uncertain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active check issued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EDB603-7779-46EC-8B42-85EC3256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1657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C6315C-5A41-4D5C-8C60-8807E154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339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ACTIVE 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839DF-0FA4-4A44-82FD-4F72B094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FC79D2-B3AF-4421-8A6C-05010A48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99061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D8938E-0861-45BA-AE23-A0ECDF80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RESEARCH +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70F46-6008-4121-87A0-E37B294E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We built the measurement loop before claiming performance.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693DB-1B9D-4BB8-B45B-371B75DA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system separates implementation progress from biometric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06063-68D0-4DA7-97C0-81B20815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B04EF-CF8E-494F-A521-639BA7D5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E1650-F469-4099-8A80-99BE63CE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8A193-D69E-4427-B3B2-4E8DEBF9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Export sanitized passive or paired login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49A5A-3D30-4B7C-B12A-F8D5304A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551E5-83D6-4868-B479-F0E687DE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97688-7975-4EDE-8CFA-C5D99BFF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F91FE-9BFA-413B-BD8C-44D6B585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73235-BE5D-4B8F-AD37-AEA6C6C8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Add subject, attack, device and split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1FC29-E0A8-4CC2-A215-73472811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2E894-1512-4BC8-9316-CD7795A1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F999E-7CFE-431F-835F-DA7A9F69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8947C-140E-4909-A6FC-91417C68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4789C-3D87-4DE2-ABC4-3A130D1A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Validation thresholds, held-out test, FAR / FRR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0855B-7ED4-4B4A-9A14-BEEAA047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0C383-F17D-41C5-9AC8-565DE430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039F0-EE62-482C-A42B-EA35EDB9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617F2-C6EA-408A-A040-02E97B5E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56C1A-46DE-4147-AC02-80F9050B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Policy checks versions, coverage and ceilings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81CA0-ACC1-484B-B9F6-0CF8F83E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463D6E-64B6-40F9-9C34-8465AA5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Current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FACE1-EE1B-4241-AF1C-F2FD2790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923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Synthetic and HTTP smoke checks pass. No real participant study has been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6834C4-1C4F-4C91-8DDC-41D9094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01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BDBCC-5726-4AEA-89B3-BE70B11B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577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NO PERFORMANCE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7B6586-0ED5-4911-99F6-E9000673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Next proof point: separate-day genuine sessions, impostor attempts, browser/device coverage and longitudinal drift 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5AB2D9-5968-4850-A7CD-18AE44C6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83B48A-1FB7-4899-825B-E810367C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120463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14C61C-D758-49D0-BDB3-E3BD798E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TEST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94DD2-768E-4C82-B50E-A52EA496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What we test, from code to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D97DA-E887-4EA7-ACE0-99C38191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checks move from fast local feedback to evidence that can support a policy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42A58-53DD-49C1-809A-18AF3DB9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07710-21A6-4B11-BFF7-5D92D0F1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CODE 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705B0-866E-45D4-825F-B91F4949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JavaScript syntax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package/version consistency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2EC6E-251C-4A3D-A09F-73D84122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F4122-4BB1-4ACF-B4A7-E3AF9129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62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CORE SMOKE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607B8-4151-4218-962C-9C399E90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38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Enrollment, login zones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replay, malformed telemetry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0EB3D-24AC-41A1-A885-C053E651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40F22-945E-4B26-A104-5D21DEF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8875D-AF50-433E-8440-BAAB8249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38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HTTP routes, cookies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 boundary, persistence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84EFC-F116-42B3-8168-CA2649F0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30C9B-EC95-42FF-8835-384C563F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62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BROWSER UX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81AD0-5713-4D98-9015-2C8A15D6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38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Normal form, step-up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monitor controls, console scan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0FC7F-4E8A-4740-9B7D-11164755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4C760-E50E-4F3A-8F26-8B3ABFDB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ALGORITHM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EA632-C2E5-41A8-A315-B6671064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43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DTW, touch paths, target radius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optional motion / pen / scroll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4BC71-4028-4E42-9E6B-A439AF90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FF8E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741D4-33CB-4B80-9980-717BBC07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67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SECURITY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C4E5E-0559-4683-B231-22CA3C20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43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Binding, expiry, replay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device enrollment, migration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C952D-8C73-4238-9A12-614CD548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236220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22631-B624-4192-B295-F81B27D9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RESEARCH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EDCE4-11E4-41D1-A076-45624700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434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Session splits, FAR / FRR</a:t>
            </a:r>
          </a:p>
          <a:p xmlns:a="http://schemas.openxmlformats.org/drawingml/2006/main">
            <a:pPr>
              <a:defRPr sz="11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policy version and sample ceilings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631B91-81F5-4C42-B8C2-EBB52E83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38425"/>
            <a:ext cx="457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63B694-2417-4A5E-8FD6-540A70B6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38425"/>
            <a:ext cx="457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37B657-306F-41B4-98B8-4BB6153D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38425"/>
            <a:ext cx="457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7BDBFF-BC89-486B-ABCA-3B771317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86100"/>
            <a:ext cx="1409700" cy="1009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5C391-8D7B-4F32-9BDD-E837103B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6100"/>
            <a:ext cx="1409700" cy="1009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0E1889-B9C4-4AC1-9FB7-6589B19F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86100"/>
            <a:ext cx="1409700" cy="1009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479515-2FEA-46A8-96FD-15E60CDA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6100"/>
            <a:ext cx="1181100" cy="1009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E02682-ECD4-440C-B09F-0D703F14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6076C6-0EB6-49CB-B6B6-B8B54B09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1043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Current boundary: synthetic and HTTP checks pass. Real participant and hardware validation still decides whether performance claims are justified.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239219-1B28-4FF1-9833-2658E88F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E7EB4F-9377-40B8-97A2-392E058E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125399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F87C3-EFDC-49FA-B72F-186B727D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THE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10A92-6D51-4322-9F19-FFC0C58C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Observe first.</a:t>
            </a:r>
          </a:p>
          <a:p xmlns:a="http://schemas.openxmlformats.org/drawingml/2006/main">
            <a:pPr>
              <a:defRPr sz="36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Ask for more only when necessary.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0F2CB-E9ED-4645-A7E1-4B703164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DE0B1"/>
                </a:solidFill>
                <a:latin typeface="Aptos"/>
                <a:ea typeface="Aptos"/>
                <a:cs typeface="Aptos"/>
              </a:rPr>
              <a:t>BioPrint combines low-friction passive verification with a controlled active step-up, while keeping privacy and uncertainty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AC563-1859-4DF7-A0C1-6EA187FA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04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FBB16-8EEE-4FDD-A8C0-35F25419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13AE7-6B2E-47A6-8741-F2BB7F49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Passive-first flow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Active step-up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Robust + DTW matching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Device lifecycle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Evaluation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215AF-2596-4F61-8043-9F35E634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Hackathon demo: local loopback app • fixed demo credential • no external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AEB73-B2E2-4DE9-AB54-1D1DB69B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BA281-58D6-43EE-A118-1A4BE4FB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48469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2026-09-19T21:49:46.6910000Z</dcterms:created>
  <dcterms:modified xsi:type="dcterms:W3CDTF">2026-09-19T21:49:46.6910000Z</dcterms:modified>
</coreProperties>
</file>