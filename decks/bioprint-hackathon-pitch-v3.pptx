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0a199607c406e" /><Relationship Type="http://schemas.openxmlformats.org/officeDocument/2006/relationships/extended-properties" Target="/docProps/app.xml" Id="Rbf5c11b1bf1e4312" /><Relationship Type="http://schemas.openxmlformats.org/officeDocument/2006/relationships/officeDocument" Target="/ppt/presentation.xml" Id="Rbb452afa4821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3edc78dc74fe4"/>
  </p:sldMasterIdLst>
  <p:notesMasterIdLst>
    <p:notesMasterId xmlns:r="http://schemas.openxmlformats.org/officeDocument/2006/relationships" r:id="Rcbdf3d791023456d"/>
  </p:notesMasterIdLst>
  <p:sldIdLst>
    <p:sldId xmlns:r="http://schemas.openxmlformats.org/officeDocument/2006/relationships" id="256" r:id="R2b588def07f14fd4"/>
    <p:sldId xmlns:r="http://schemas.openxmlformats.org/officeDocument/2006/relationships" id="257" r:id="Re8e2171924c44297"/>
    <p:sldId xmlns:r="http://schemas.openxmlformats.org/officeDocument/2006/relationships" id="258" r:id="R2f117d4fe5b74569"/>
    <p:sldId xmlns:r="http://schemas.openxmlformats.org/officeDocument/2006/relationships" id="259" r:id="Rf178aaed7d024f4c"/>
    <p:sldId xmlns:r="http://schemas.openxmlformats.org/officeDocument/2006/relationships" id="260" r:id="R5d7d045d5f8a49bc"/>
    <p:sldId xmlns:r="http://schemas.openxmlformats.org/officeDocument/2006/relationships" id="261" r:id="R029c1b2c65b54408"/>
    <p:sldId xmlns:r="http://schemas.openxmlformats.org/officeDocument/2006/relationships" id="262" r:id="R102aa7debe7e4828"/>
    <p:sldId xmlns:r="http://schemas.openxmlformats.org/officeDocument/2006/relationships" id="263" r:id="R20df04cb2bd641e5"/>
    <p:sldId xmlns:r="http://schemas.openxmlformats.org/officeDocument/2006/relationships" id="264" r:id="Rc954ae4588424bd0"/>
    <p:sldId xmlns:r="http://schemas.openxmlformats.org/officeDocument/2006/relationships" id="265" r:id="Rcd20e3fc15064b1b"/>
    <p:sldId xmlns:r="http://schemas.openxmlformats.org/officeDocument/2006/relationships" id="266" r:id="R8260373149fc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c891a56a1f4f67" /><Relationship Type="http://schemas.openxmlformats.org/officeDocument/2006/relationships/slideMaster" Target="/ppt/slideMasters/slideMaster1.xml" Id="Rc483edc78dc74fe4" /><Relationship Type="http://schemas.openxmlformats.org/officeDocument/2006/relationships/notesMaster" Target="/ppt/notesMasters/notesMaster1.xml" Id="Rcbdf3d791023456d" /><Relationship Type="http://schemas.openxmlformats.org/officeDocument/2006/relationships/presProps" Target="/ppt/presProps.xml" Id="R34076bbae66c42dd" /><Relationship Type="http://schemas.openxmlformats.org/officeDocument/2006/relationships/tableStyles" Target="/ppt/tableStyles.xml" Id="R7b1632979be64f1b" /><Relationship Type="http://schemas.openxmlformats.org/officeDocument/2006/relationships/slide" Target="/ppt/slides/slide1.xml" Id="R2b588def07f14fd4" /><Relationship Type="http://schemas.openxmlformats.org/officeDocument/2006/relationships/slide" Target="/ppt/slides/slide2.xml" Id="Re8e2171924c44297" /><Relationship Type="http://schemas.openxmlformats.org/officeDocument/2006/relationships/slide" Target="/ppt/slides/slide3.xml" Id="R2f117d4fe5b74569" /><Relationship Type="http://schemas.openxmlformats.org/officeDocument/2006/relationships/slide" Target="/ppt/slides/slide4.xml" Id="Rf178aaed7d024f4c" /><Relationship Type="http://schemas.openxmlformats.org/officeDocument/2006/relationships/slide" Target="/ppt/slides/slide5.xml" Id="R5d7d045d5f8a49bc" /><Relationship Type="http://schemas.openxmlformats.org/officeDocument/2006/relationships/slide" Target="/ppt/slides/slide6.xml" Id="R029c1b2c65b54408" /><Relationship Type="http://schemas.openxmlformats.org/officeDocument/2006/relationships/slide" Target="/ppt/slides/slide7.xml" Id="R102aa7debe7e4828" /><Relationship Type="http://schemas.openxmlformats.org/officeDocument/2006/relationships/slide" Target="/ppt/slides/slide8.xml" Id="R20df04cb2bd641e5" /><Relationship Type="http://schemas.openxmlformats.org/officeDocument/2006/relationships/slide" Target="/ppt/slides/slide9.xml" Id="Rc954ae4588424bd0" /><Relationship Type="http://schemas.openxmlformats.org/officeDocument/2006/relationships/slide" Target="/ppt/slides/slide10.xml" Id="Rcd20e3fc15064b1b" /><Relationship Type="http://schemas.openxmlformats.org/officeDocument/2006/relationships/slide" Target="/ppt/slides/slide11.xml" Id="R8260373149fc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4f98630c3d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866f5efb94f3a" /><Relationship Type="http://schemas.openxmlformats.org/officeDocument/2006/relationships/notesMaster" Target="/ppt/notesMasters/notesMaster1.xml" Id="R052f4e39c15a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30611c06e4f5b" /><Relationship Type="http://schemas.openxmlformats.org/officeDocument/2006/relationships/notesMaster" Target="/ppt/notesMasters/notesMaster1.xml" Id="Rdcdc77ac219a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970f840114a32" /><Relationship Type="http://schemas.openxmlformats.org/officeDocument/2006/relationships/notesMaster" Target="/ppt/notesMasters/notesMaster1.xml" Id="Rc88a4c35781f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906e9604814b27" /><Relationship Type="http://schemas.openxmlformats.org/officeDocument/2006/relationships/notesMaster" Target="/ppt/notesMasters/notesMaster1.xml" Id="R6b94ea38df6e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ccbb749808490b" /><Relationship Type="http://schemas.openxmlformats.org/officeDocument/2006/relationships/notesMaster" Target="/ppt/notesMasters/notesMaster1.xml" Id="R4c0082b16cb547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6563e973704050" /><Relationship Type="http://schemas.openxmlformats.org/officeDocument/2006/relationships/notesMaster" Target="/ppt/notesMasters/notesMaster1.xml" Id="R511d0aa1330d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aa5fb5763542d8" /><Relationship Type="http://schemas.openxmlformats.org/officeDocument/2006/relationships/notesMaster" Target="/ppt/notesMasters/notesMaster1.xml" Id="R9c394890858447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058ce5dfa4ec6" /><Relationship Type="http://schemas.openxmlformats.org/officeDocument/2006/relationships/notesMaster" Target="/ppt/notesMasters/notesMaster1.xml" Id="Ra6c6250418b645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92dc34c94415e" /><Relationship Type="http://schemas.openxmlformats.org/officeDocument/2006/relationships/notesMaster" Target="/ppt/notesMasters/notesMaster1.xml" Id="Rcafcf3f7ab1f41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39fbf54f9e43db" /><Relationship Type="http://schemas.openxmlformats.org/officeDocument/2006/relationships/notesMaster" Target="/ppt/notesMasters/notesMaster1.xml" Id="Rf6494cda3cd943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67858acfe44e76" /><Relationship Type="http://schemas.openxmlformats.org/officeDocument/2006/relationships/notesMaster" Target="/ppt/notesMasters/notesMaster1.xml" Id="R50caaf77e8ba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docs/BioPrint_Active_Passive_Handout.md sections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server/http.js; server/login.js;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server/passive.js; client/passive.js; docs/BioPrint_Active_Passive_Handout.md sections 5–10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server/features/index.js; server/matching/index.js; server/policy.js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server/core.js; client/sdk.js; server/scoring.js; server/features/optional.js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server/core.js; server/security/replay.js; server/security/automation.js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server/login.js; server/passive-adaptation.js;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client/app.js; docs/BioPrint_Active_Passive_Handout.md sections 35–36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server/login-evaluation.js; server/policy.js; docs/EVALUATION.md; docs/VALIDATION_CHECKLIST.md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docs/ACTIVE_PASSIVE_IMPLEMENTATION.md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3513e106e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ccb85f1de7438e" /><Relationship Type="http://schemas.openxmlformats.org/officeDocument/2006/relationships/slideLayout" Target="/ppt/slideLayouts/slideLayout1.xml" Id="R847560329f27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560329f27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d8ee6b62c4019" /><Relationship Type="http://schemas.openxmlformats.org/officeDocument/2006/relationships/notesSlide" Target="/ppt/notesSlides/notesSlide1.xml" Id="Rfb19bc89d22c45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b9eee9bf74a88" /><Relationship Type="http://schemas.openxmlformats.org/officeDocument/2006/relationships/notesSlide" Target="/ppt/notesSlides/notesSlide2.xml" Id="R6d6ff533afec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d7c39c4344b6" /><Relationship Type="http://schemas.openxmlformats.org/officeDocument/2006/relationships/notesSlide" Target="/ppt/notesSlides/notesSlide3.xml" Id="R33e329ab3194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4dc29c02484e" /><Relationship Type="http://schemas.openxmlformats.org/officeDocument/2006/relationships/notesSlide" Target="/ppt/notesSlides/notesSlide4.xml" Id="R904775ed9ef1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d883dfe9545ca" /><Relationship Type="http://schemas.openxmlformats.org/officeDocument/2006/relationships/notesSlide" Target="/ppt/notesSlides/notesSlide5.xml" Id="R18540f64f934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4404305824534" /><Relationship Type="http://schemas.openxmlformats.org/officeDocument/2006/relationships/notesSlide" Target="/ppt/notesSlides/notesSlide6.xml" Id="R7a1d99509edf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e580e35c94397" /><Relationship Type="http://schemas.openxmlformats.org/officeDocument/2006/relationships/notesSlide" Target="/ppt/notesSlides/notesSlide7.xml" Id="Rd15929598979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447a02a744db" /><Relationship Type="http://schemas.openxmlformats.org/officeDocument/2006/relationships/notesSlide" Target="/ppt/notesSlides/notesSlide8.xml" Id="R743a392e6079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f15c15a24060" /><Relationship Type="http://schemas.openxmlformats.org/officeDocument/2006/relationships/notesSlide" Target="/ppt/notesSlides/notesSlide9.xml" Id="R078827f36be0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432b02b4d40f9" /><Relationship Type="http://schemas.openxmlformats.org/officeDocument/2006/relationships/notesSlide" Target="/ppt/notesSlides/notesSlide10.xml" Id="R2e06d3bf884d49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3dae076e43f7" /><Relationship Type="http://schemas.openxmlformats.org/officeDocument/2006/relationships/notesSlide" Target="/ppt/notesSlides/notesSlide11.xml" Id="R4bdb30fd129149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4694-7243-4231-B368-9697014D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BEHAVIOR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862B7-F404-4C7A-888F-4727F503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CA948-3866-4E77-B09F-F5B930A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Passive-first behavioral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6EE52-04EA-447A-9384-6CA2823A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normal login stays normal when the evidence is strong.</a:t>
            </a:r>
          </a:p>
          <a:p xmlns:a="http://schemas.openxmlformats.org/drawingml/2006/main">
            <a:pPr>
              <a:defRPr sz="15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asks for more only when the session needs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16E83-3186-4A69-9546-34430BC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3429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8D0CD-4DD1-458B-9C51-3F41A5E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3F571-1467-4711-872E-5DEB4D6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••••••••••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1B86-C02C-4F2E-9B01-897992A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2288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9B622-A8F4-422B-A525-243FBB9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71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5DF09-7D3E-4BD8-A0A8-E13A378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typing rhythm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field transitions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submit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E26BA-52C7-4F04-8400-9028B9C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E4161-931A-43F8-BC3E-617F664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52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F20D8-C181-4F5D-B915-E8133BE5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or trigger a short active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93F6C-9F74-4A79-BF7C-98445E7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build • v0.4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D46F5-3647-41DC-A223-1ADA3234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34FAA-FBC0-4D2A-ACC3-774AE764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7772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0FBA1-4956-4CF1-A8AE-193945EA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8B383-8CFA-4262-80D4-2551E13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Passwords prove knowledge. They do not prove continuity.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E219-365A-4FAE-AB7C-3543D8F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Behavioral signals can add confidence without adding friction to every login.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B7B4B-51A3-4EBF-B194-3B471E8F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CBAEC-E24C-442F-B83B-AABB21B5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EVERY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C786A-3D97-4F1E-B287-C4F0D12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Challenge the 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54558-5028-4DAC-B8A9-A22E4AA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Strong evidence,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constant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7E4B9-EE00-47DA-AC75-03B736A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E643F-A4EB-4A4B-B3AC-CCEAEB5F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NO 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EEC12-C256-4ADF-8FCA-0C79526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Trust the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FC6A0-374A-4903-A7AF-79FA425A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Low friction,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weak 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EF75C-D697-425A-974E-F5212DD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00D5A-4B54-459A-891B-9274501F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BIOPRINT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C2F0E-B169-4FCF-845B-708278E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Observe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AEA19-1524-4D6E-9977-BAA428B5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Accept strong passive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evidence. Step up uncertainty.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3AB51-9FC0-42F7-B72B-9164C93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36377-53F0-4F9E-8376-8EB7A234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5524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B5AEA-7B6A-4EF6-88B9-B55ED820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The design goal: adaptive friction, with identity, humanity, quality and freshness kept separate.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FC8FD-5464-4070-82C6-F220A6C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CF605-E90A-41FF-8C95-903936AF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1045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1B796-1700-4092-B5EC-23433D5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17CB8-41CD-40B7-899B-1D15B3C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One login. Three possible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BFFEA-6717-473A-A58B-028152C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server checks the password separately from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C5FED-5FE4-49FC-9048-2E9DB5C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A6DBC-E346-48C2-B25A-EEEE1EB9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FD448-225B-4B89-80A1-154E1621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+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EA193-5C3A-462C-83DB-E6CCA8E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245DE-7F4D-4E29-9D2F-9A922F6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F1919-AB23-47E7-ACF6-EFE68C3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0A0C7-13A6-4D6C-98E8-A7B6303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E33C7-84C2-45FE-B629-B6C51A2C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5D56D-140C-4544-A67D-7DBE1638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3EF13-AFC6-43CF-ACEE-1E9F6BAC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292CB-0356-4E53-A319-12A2B1F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9F804-3DB2-4BAA-936A-F2E5F503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5143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43F57-B808-418F-AE95-1601BEA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90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485D0-EE69-4012-8490-22CA8770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12E50-4B32-4BD7-A3D9-5CE9941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Optional active</a:t>
            </a:r>
          </a:p>
          <a:p xmlns:a="http://schemas.openxmlformats.org/drawingml/2006/main">
            <a:pPr>
              <a:defRPr sz="15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step-up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2F0F9-D769-4986-99AC-B73DB4A8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34B67-74D6-41D1-8B7E-52173DF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FD8B2-F724-4557-8F1F-464B5DF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B6F3D-91A6-423F-8717-FD2338D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F18DC-47F5-4CA7-A593-2DD97495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9F2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A6D1C-EEF2-4F9A-BEDF-880641F5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95700"/>
            <a:ext cx="953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3A6FE-3DD5-423E-8513-8CB7395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Hard failures bypass step-up: replay, malformed telemetry, wrong password,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17746-9858-4245-B380-4DD1AD1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B1EC7-D7EB-4E08-B128-2F4B32A4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3715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697CC-64EC-4C4C-8083-2330891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ECEF0-0AFF-4EBD-A508-E4B8CC7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login form becomes a behavioral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7E65E-9BA3-493D-859E-93D3E288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We collect timing and motion context, while keeping credential content out of the biometric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C8482-659A-464B-BEF5-2DD98A61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KEYBOARD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963A-EBCF-4367-BB60-11C344F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3B2BD-1A6F-46B5-BA82-1DCA6AE3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dwell
DD / UD flight
digraphs, pauses
corrections,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AE211-E7A9-4C77-91B2-57088FA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D781E-4E6D-49E9-A454-E1E088D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26727-51DE-4101-B20E-A4AB5401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velocity / acceleration
curvature proxy
approach angle
click hold +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C1F14-CB17-4C7D-A543-A5BD578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CROSS-MODAL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61113-3294-4278-BD0B-7490468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1AA4E-E27A-4035-BC2D-02B893C8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username → password
password → pointer
arrival → click
Tab vs field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3AB70-51F5-4412-B452-69E95016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15856-7FB5-4DFB-B210-185CC6C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9375"/>
            <a:ext cx="21907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E596D-31D1-4FD5-982F-C3E1DE67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password key/code/value
never retained
autofill = unavailable
strict event allowlist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ECDBF-6E00-45AE-9800-E78FE6B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319B1-528A-4D94-8C8C-C040B8D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Quality is separate from similarity: missing keyboard evidence lowers Q, not identity to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FEB9D-7763-4E13-AE19-F8CB80F0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1BA11-8DF0-4332-86E2-17344F19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644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484D1-6672-4C56-BA3C-8B3316E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MATCHING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61011-81B2-4F92-AED8-2770FBC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statistics first. Sequence matching when the evidence supports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213EA-9102-402D-877A-59D79EB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matcher treats speed changes as timing variation, not automatic mismatch.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CD35C-BFF5-4904-96CE-896E1A8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F8215-0242-4085-8E3C-01A8A41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1  FEATURE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1D43D-E50F-45AD-83A1-3E8D8A6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Median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MAD scale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Per-feature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9BB27-9FF2-4708-8120-02E4C69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Resists outliers and keeps weak modalities from dominating.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2DC8C-7889-4DDA-AD99-97484D6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2AD4C-9FD7-42D9-9374-22CEEF4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2  EXAMPLAR + DTW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A2A4A-C825-4796-A3DE-10C34EC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Nearest genuine traces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Bounded DTW</a:t>
            </a:r>
          </a:p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Keyboard + pointer +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D8430-3A61-4D23-BCCE-791036E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Compares shape and rhythm across slightly faster or slower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D5140-3695-459A-A3B3-D67D502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CEB3D-A71C-4331-9973-020D07B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3  QUALITY-AWARE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95EC2-A4F4-42C3-96B5-5C26379B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384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Humanity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>
              <a:defRPr sz="187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8EADE-A02E-4472-A7B8-1D2BA426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Each stays visible to policy and explainability.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81B03-46A8-44A9-BD9C-E4E6646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03525-637D-43E8-8E87-3BE1508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7DE0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928EE-A8FC-4314-93FC-A757C7C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Active matching is shadow by default. A recorded, session-separated evaluation report gates activation.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B6C19-6539-457A-BCD2-31478C1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774CE-91D0-4E05-885E-187F3219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8289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44107-9DBE-428A-BE82-56C78AA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ACTIVE STEP-UP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28B2-45A7-4BC8-8373-0FB6B987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 few seconds of controlled, higher-information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D1A05-95EC-4251-998A-7E53070E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challenge randomizes geometry so the user repeats a task, not a fixed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A10A-F808-4242-BB9C-326A9FE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F863D-C5D8-455C-BBCE-F4B7F80A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CONTROLLED TYPING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A90CC-B3DA-4141-BFDF-7AA6528F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“Bright little forest 26”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E4B9C-AFB6-432A-94DE-3B8E7994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Known phrase enables contextual dwell, flight, correction and Shift comparisons.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4F187-1BA6-47D7-B73E-4CE386B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3530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7DBDB-2FEF-4205-8F49-9231E29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TARGET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5B860-E735-44E4-A739-D64410B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8D000-AB78-4A14-9F68-A720F67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B7BCD-C1EE-4750-9AB7-1C9A16CF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2BDC7-B583-4765-BA25-8F17232E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3C8B3-2097-4FD6-9343-C6F675C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41828-5E01-4FCF-8295-9BC042B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528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69013-AA09-4EFA-BC48-57CA760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1E0A4-167A-4E78-A296-3A36AF5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91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35D1D-D564-4625-BEC0-C82F30C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0289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BCC0B-2F62-4AFC-B994-9D21954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695450" cy="1085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3652E-8A9C-4F81-AD98-5B3EF86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90500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B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6ADA1-52EB-4A88-BD05-90E8555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Randomized position, radius, order, distance and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968EA-11DD-4007-9FC9-3780AC9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Touch and pen use drag equivalents. Motion, scroll and stylus fields remain optional and unavailable when the device cannot provide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B107E-CF4E-4161-A7A7-FA254D0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AD68F-E8A7-4BD7-B626-E5127E2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01355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772A9-122F-4C8D-A349-F1F3F38C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2B89B-9D3F-4893-AFAF-17829175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Separate gates keep a high similarity score from becoming blind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590C0-76A3-4A92-A2D8-457E403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verifier consumes challenges before parsing evidence and binds them to user, device and cookie.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B688E-31BB-4562-9635-EE9726C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A20F6-AE94-4A0A-8ED5-8618FEC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167-62CE-42B3-99AB-E746168C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behavior resemble this profile?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58041-7274-4E7D-8766-5197C6E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F2F7F-E1C5-46C0-BB7B-9CA40BB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Robust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1FB3B-A26B-4BE9-A4D4-9028349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B7B43-B327-42DF-8E35-8E4F393E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12E51-D0B7-4CE5-B88C-FF6A8EB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Does the session look like a person?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DAB18-E0C1-45ED-B699-01A52FA6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906D9-B22B-4F45-842D-17663CA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Automation heuristics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F7020-177F-4857-8F55-3742E8F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D7A6C-8600-457B-95FE-C1773C8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9F71A-E323-4E21-9860-FF93F7A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there enough comparable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04B84-2793-4617-A573-58218F3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D9440-F3A9-4E00-A107-F4E658C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Modality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DF7B1-1459-4BD6-B26F-CA37046C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E86"/>
          </a:solidFill>
          <a:ln xmlns:a="http://schemas.openxmlformats.org/drawingml/2006/main" w="0">
            <a:solidFill>
              <a:srgbClr val="FF8E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F6C18-5F3D-4631-BC36-B951FAB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C8ACA-59C8-474F-9440-C11A323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Is this session current and unused?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A6C46-3F37-4776-996B-234A262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7622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29D6E-0542-49FC-B006-D1861A3C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Nonce / expiry /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C3350-3EB1-46FC-9B2D-47586F34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1C43B-0813-4D49-8FC0-117F09F5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8E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E86"/>
                </a:solidFill>
                <a:latin typeface="Aptos"/>
                <a:ea typeface="Aptos"/>
                <a:cs typeface="Aptos"/>
              </a:rPr>
              <a:t>Hard reject: wrong password, malformed stream, exact / near replay, expired challenge or clear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A9FB5-D67D-468F-AD6B-C95105B2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D98B8-2154-422B-893A-D05553D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083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4AA0B-5F02-49CF-97C2-CBF9873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ENROLLMENT + DEVICES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FC0A6-1E27-45BE-8E9D-C7D2EF00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Trust grows through repeated evidence, not one lucky login.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1AB04-2DF2-4906-A923-6582274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Shared models, active models and device models evolve on different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FDB4B-9208-4C3C-A289-AD3640AA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INITIAL ENROLLMENT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FE253-438B-43C3-8022-DEAF9BE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6 passive rounds + 8 active rounds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A5A7F-70CE-4869-9336-B188F96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1017A-56C2-45EA-9BB0-90DE1754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NEW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185CE-D4B5-41DD-92CB-E864A169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Explicit six-round device enrollment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518B-75D0-4369-81AE-6233CE6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82E1C-2EDA-4BA8-BB38-BF4F172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DRIFT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1DCEA-07B7-47F4-9AEE-77E2DCC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4 consistent sessions, ≥10 min apart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7E0CE-8B65-4959-8F07-93A0458A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5365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BCA09-A720-420E-9111-E95465E4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66C10-9ACB-48E0-A589-1148CEC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2C442-84FA-4DEB-93A5-50997AC1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Shared anchor stays fixed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Unknown devices stay candidates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Original device model stays immutable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Thresholds never decrease</a:t>
            </a:r>
          </a:p>
          <a:p xmlns:a="http://schemas.openxmlformats.org/drawingml/2006/main">
            <a:pPr>
              <a:defRPr sz="150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Continuous windows never train profiles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280BC-DA6B-47E9-AAD0-A68C9379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local demo uses a fixed enrollment key and password. A real integration supplies account verification and protected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DA651-6926-4631-B135-5915713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42083-1E5E-4458-BB91-7FC5569B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4414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D77A4-09D2-407C-B17B-EA4F749C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8146B-DAB2-425B-8402-5DE9D38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The result tells the operator why the system accepted, stepped up or rejected.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DFA2D-1814-43BB-87CF-BE4DFF83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A score without context is hard to review. BioPrint exposes the evidence dimensions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D4FF7-AED4-4E66-A67F-D05B983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CC5A9-A686-433B-9B51-6AB3A9E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07DAC-77B4-4971-802E-61F9278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4BB4E-D4B6-49A1-B538-F6A834B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AAFB1-E207-487B-8A76-46767165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62C48-499F-4CE0-BB39-9E99024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Evidence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6183A-CFA0-4EFB-BC4C-5D95832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77F2-9604-4C20-84F4-0FE9F9A6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3BF0B-5C99-44C8-9181-1535E40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Humanity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4340D-172F-4363-B41A-29ECEEE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52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DE0B1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D7EAB-3EF2-4CFA-9314-A1057DAF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A8FE1-C538-4629-BBD6-5062AC80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9E5D0-6291-4886-AEEB-31E2817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D01F1-A2B3-4358-9DCE-D4BDD9D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191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A513D-0253-4D79-B495-2E07C6DB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9F28F"/>
          </a:solidFill>
          <a:ln xmlns:a="http://schemas.openxmlformats.org/drawingml/2006/main" w="9525">
            <a:solidFill>
              <a:srgbClr val="B9F2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C7F06-EEE7-4484-AF76-FC1CF05A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806B8-B836-4A9E-B75E-5C43C14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24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70EF8-AE36-444F-94CB-40C797A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IF PASSIVE IS UNCERTAIN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8B201-A900-43A9-B9B4-7738AC2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7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C76B"/>
                </a:solidFill>
                <a:latin typeface="Aptos"/>
                <a:ea typeface="Aptos"/>
                <a:cs typeface="Aptos"/>
              </a:rPr>
              <a:t>MORE 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E8FA3-02B5-48FB-BAAF-32AAAAF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Reasons stay concrete: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new device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insufficient quality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identity uncertain</a:t>
            </a:r>
          </a:p>
          <a:p xmlns:a="http://schemas.openxmlformats.org/drawingml/2006/main">
            <a:pPr>
              <a:defRPr sz="1425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check issued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3E739-EF4E-4873-8F75-9C23698E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1657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1B446-2655-4ECE-9E43-7F39CEB7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ACTIVE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AC5B7-8537-4393-8404-94A5852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09C7E-6D18-44F9-A19D-3B5D4FD9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880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5FE7A-4F1C-4422-8F3B-63F507E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RESEARCH +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E1A96-E3B5-41B5-9706-65BDD4D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We built the measurement loop before claiming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4E81F-B6FC-4417-B162-ECBF3AD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The system separates implementation progress from biometric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9CA4D-A33D-405C-BB6E-F2BE1AF6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D132-7DEE-4DBD-B351-BF4C035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7FA77-946C-4A8E-B8C7-9E130EB8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77359-4C3B-4C6F-8524-C5445C13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Export sanitized passive or paired login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B0238-8A7F-4C95-96B3-DA54E088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44516-5C5D-411F-A664-930E77BE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8D7CB-6A2B-4374-A5BB-DBBD8E6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DF79-5C50-49A7-ADBF-19480D7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61A78-4857-4E22-81C1-BBE336D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Add subject, attack, device and split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9E42E-FCAE-41E5-9E97-C00479E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297A3-2358-46E4-BF68-7A0F112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1"/>
          </a:solidFill>
          <a:ln xmlns:a="http://schemas.openxmlformats.org/drawingml/2006/main" w="0">
            <a:solidFill>
              <a:srgbClr val="7DE0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DD8F0-D974-45C5-BB7B-82536060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6F344-6BE8-4F08-954A-4A52C35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AE4D5-B7E0-4096-BA4E-4DCE208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Validation thresholds, held-out test, FAR / FRR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FE1DD-7D86-4C98-A5F2-8C5116AF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333375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5544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4A59B-FEAF-4E72-B1A7-670006E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28F"/>
          </a:solidFill>
          <a:ln xmlns:a="http://schemas.openxmlformats.org/drawingml/2006/main" w="0">
            <a:solidFill>
              <a:srgbClr val="B9F2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DC1BF-5E58-44DB-A89A-6A966AC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F2288-D67A-4DB7-8DDB-B4088B5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51383-4F71-4FDD-99B6-A2F47AB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F7F2"/>
                </a:solidFill>
                <a:latin typeface="Aptos"/>
                <a:ea typeface="Aptos"/>
                <a:cs typeface="Aptos"/>
              </a:rPr>
              <a:t>Policy checks versions, coverage and ceilings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F90BE-663A-42FB-B65E-697A4F3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4251B"/>
          </a:solidFill>
          <a:ln xmlns:a="http://schemas.openxmlformats.org/drawingml/2006/main" w="9525">
            <a:solidFill>
              <a:srgbClr val="3554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44AFB-0EDF-4621-A789-F53453A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106A5-61A4-4DC9-9E98-59CF012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Synthetic and HTTP smoke checks pass. No real participant study has been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7515C-1D02-471F-B511-0B4E20BA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F53E3-2D53-4551-9729-9CBAEF9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577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100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00D"/>
                </a:solidFill>
                <a:latin typeface="Aptos"/>
                <a:ea typeface="Aptos"/>
                <a:cs typeface="Aptos"/>
              </a:rPr>
              <a:t>NO PERFORMANCE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3CB99-D270-4A41-B24C-6EA47E3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Next proof point: separate-day genuine sessions, impostor attempts, browser/device coverage and longitudinal drift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EC97C9-6350-4C04-97E8-2E5025D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6B3CF-3D1B-482D-9FB2-68CBDC0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7499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393A2-6C9D-4334-9F16-9DA20C8C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492A5-22D6-4B1E-ADE9-FD1A625B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Observe first.</a:t>
            </a:r>
          </a:p>
          <a:p xmlns:a="http://schemas.openxmlformats.org/drawingml/2006/main">
            <a:pPr>
              <a:defRPr sz="36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Ask for more only when necessary.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5F1AA-ECF2-4AAB-9E44-D8822EDA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E0B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DE0B1"/>
                </a:solidFill>
                <a:latin typeface="Aptos"/>
                <a:ea typeface="Aptos"/>
                <a:cs typeface="Aptos"/>
              </a:rPr>
              <a:t>BioPrint combines low-friction passive verification with a controlled active step-up, while keeping privacy and uncertainty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D7730-812B-4DE7-B48C-7315A3F1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3022"/>
          </a:solidFill>
          <a:ln xmlns:a="http://schemas.openxmlformats.org/drawingml/2006/main" w="9525">
            <a:solidFill>
              <a:srgbClr val="7DE0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1E780-2C95-4A9B-A50F-E64B294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2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F28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2450E-FE56-4327-B3BD-2028780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Passive-first flow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Active step-up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Robust + DTW matching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Device lifecycle</a:t>
            </a:r>
          </a:p>
          <a:p xmlns:a="http://schemas.openxmlformats.org/drawingml/2006/main">
            <a:pPr>
              <a:defRPr sz="1800" b="1">
                <a:solidFill>
                  <a:srgbClr val="F2F7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F7F2"/>
                </a:solidFill>
                <a:latin typeface="Aptos"/>
                <a:ea typeface="Aptos"/>
                <a:cs typeface="Aptos"/>
              </a:rPr>
              <a:t>Evaluation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1AC74-DFB2-4685-9303-2011722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BAE"/>
                </a:solidFill>
                <a:latin typeface="Aptos"/>
                <a:ea typeface="Aptos"/>
                <a:cs typeface="Aptos"/>
              </a:rPr>
              <a:t>Hackathon demo: local loopback app • fixed demo credential • no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A1DCC-97D3-4502-9520-B6C2F98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BIOPRINT  /  HACKATHON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804F5-C9D7-40DE-BA31-973DAFA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9BBA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1935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2026-09-19T20:48:55.7220000Z</dcterms:created>
  <dcterms:modified xsi:type="dcterms:W3CDTF">2026-09-19T20:48:55.7220000Z</dcterms:modified>
</coreProperties>
</file>