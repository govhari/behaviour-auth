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a617d3644642c5" /><Relationship Type="http://schemas.openxmlformats.org/officeDocument/2006/relationships/extended-properties" Target="/docProps/app.xml" Id="R875755540a1d426a" /><Relationship Type="http://schemas.openxmlformats.org/officeDocument/2006/relationships/officeDocument" Target="/ppt/presentation.xml" Id="R50dfc6da5a3240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e6fcc2e43f4634"/>
  </p:sldMasterIdLst>
  <p:notesMasterIdLst>
    <p:notesMasterId xmlns:r="http://schemas.openxmlformats.org/officeDocument/2006/relationships" r:id="Rca95ecef2be14e21"/>
  </p:notesMasterIdLst>
  <p:sldIdLst>
    <p:sldId xmlns:r="http://schemas.openxmlformats.org/officeDocument/2006/relationships" id="256" r:id="R33b0b1c2533c4d60"/>
    <p:sldId xmlns:r="http://schemas.openxmlformats.org/officeDocument/2006/relationships" id="257" r:id="R3797b79f7e1045e7"/>
    <p:sldId xmlns:r="http://schemas.openxmlformats.org/officeDocument/2006/relationships" id="258" r:id="Ra4e478d2ff924d0d"/>
    <p:sldId xmlns:r="http://schemas.openxmlformats.org/officeDocument/2006/relationships" id="259" r:id="Ra9b1e34e52b54c35"/>
    <p:sldId xmlns:r="http://schemas.openxmlformats.org/officeDocument/2006/relationships" id="260" r:id="R3b009e73f01e4a58"/>
    <p:sldId xmlns:r="http://schemas.openxmlformats.org/officeDocument/2006/relationships" id="261" r:id="R3c33c2aa171a4194"/>
    <p:sldId xmlns:r="http://schemas.openxmlformats.org/officeDocument/2006/relationships" id="262" r:id="R528ea9fb872f492e"/>
    <p:sldId xmlns:r="http://schemas.openxmlformats.org/officeDocument/2006/relationships" id="263" r:id="Re0c9c59b5f0d4ca9"/>
    <p:sldId xmlns:r="http://schemas.openxmlformats.org/officeDocument/2006/relationships" id="264" r:id="R950aae025a6a439f"/>
    <p:sldId xmlns:r="http://schemas.openxmlformats.org/officeDocument/2006/relationships" id="265" r:id="R4012370819af404f"/>
    <p:sldId xmlns:r="http://schemas.openxmlformats.org/officeDocument/2006/relationships" id="266" r:id="R27da0a661d1b4046"/>
    <p:sldId xmlns:r="http://schemas.openxmlformats.org/officeDocument/2006/relationships" id="267" r:id="Rc35f023476474afe"/>
    <p:sldId xmlns:r="http://schemas.openxmlformats.org/officeDocument/2006/relationships" id="268" r:id="R438812acdc7d45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7c20e6a4684838" /><Relationship Type="http://schemas.openxmlformats.org/officeDocument/2006/relationships/slideMaster" Target="/ppt/slideMasters/slideMaster1.xml" Id="Rf8e6fcc2e43f4634" /><Relationship Type="http://schemas.openxmlformats.org/officeDocument/2006/relationships/notesMaster" Target="/ppt/notesMasters/notesMaster1.xml" Id="Rca95ecef2be14e21" /><Relationship Type="http://schemas.openxmlformats.org/officeDocument/2006/relationships/presProps" Target="/ppt/presProps.xml" Id="Rbe2e074603b64ce9" /><Relationship Type="http://schemas.openxmlformats.org/officeDocument/2006/relationships/tableStyles" Target="/ppt/tableStyles.xml" Id="Raf00f516169e4d76" /><Relationship Type="http://schemas.openxmlformats.org/officeDocument/2006/relationships/slide" Target="/ppt/slides/slide1.xml" Id="R33b0b1c2533c4d60" /><Relationship Type="http://schemas.openxmlformats.org/officeDocument/2006/relationships/slide" Target="/ppt/slides/slide2.xml" Id="R3797b79f7e1045e7" /><Relationship Type="http://schemas.openxmlformats.org/officeDocument/2006/relationships/slide" Target="/ppt/slides/slide3.xml" Id="Ra4e478d2ff924d0d" /><Relationship Type="http://schemas.openxmlformats.org/officeDocument/2006/relationships/slide" Target="/ppt/slides/slide4.xml" Id="Ra9b1e34e52b54c35" /><Relationship Type="http://schemas.openxmlformats.org/officeDocument/2006/relationships/slide" Target="/ppt/slides/slide5.xml" Id="R3b009e73f01e4a58" /><Relationship Type="http://schemas.openxmlformats.org/officeDocument/2006/relationships/slide" Target="/ppt/slides/slide6.xml" Id="R3c33c2aa171a4194" /><Relationship Type="http://schemas.openxmlformats.org/officeDocument/2006/relationships/slide" Target="/ppt/slides/slide7.xml" Id="R528ea9fb872f492e" /><Relationship Type="http://schemas.openxmlformats.org/officeDocument/2006/relationships/slide" Target="/ppt/slides/slide8.xml" Id="Re0c9c59b5f0d4ca9" /><Relationship Type="http://schemas.openxmlformats.org/officeDocument/2006/relationships/slide" Target="/ppt/slides/slide9.xml" Id="R950aae025a6a439f" /><Relationship Type="http://schemas.openxmlformats.org/officeDocument/2006/relationships/slide" Target="/ppt/slides/slide10.xml" Id="R4012370819af404f" /><Relationship Type="http://schemas.openxmlformats.org/officeDocument/2006/relationships/slide" Target="/ppt/slides/slide11.xml" Id="R27da0a661d1b4046" /><Relationship Type="http://schemas.openxmlformats.org/officeDocument/2006/relationships/slide" Target="/ppt/slides/slide12.xml" Id="Rc35f023476474afe" /><Relationship Type="http://schemas.openxmlformats.org/officeDocument/2006/relationships/slide" Target="/ppt/slides/slide13.xml" Id="R438812acdc7d45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83d668e26842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e7fcf7d2a14d98" /><Relationship Type="http://schemas.openxmlformats.org/officeDocument/2006/relationships/notesMaster" Target="/ppt/notesMasters/notesMaster1.xml" Id="R9e7ba1408fe14e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51f320e979445e" /><Relationship Type="http://schemas.openxmlformats.org/officeDocument/2006/relationships/notesMaster" Target="/ppt/notesMasters/notesMaster1.xml" Id="R82eb5b8b4cdb4e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3d2366e55a4673" /><Relationship Type="http://schemas.openxmlformats.org/officeDocument/2006/relationships/notesMaster" Target="/ppt/notesMasters/notesMaster1.xml" Id="R0ef4410b37344b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bcf42bb3784f0b" /><Relationship Type="http://schemas.openxmlformats.org/officeDocument/2006/relationships/notesMaster" Target="/ppt/notesMasters/notesMaster1.xml" Id="Rbfb1985cfc684c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f329ca458f40a3" /><Relationship Type="http://schemas.openxmlformats.org/officeDocument/2006/relationships/notesMaster" Target="/ppt/notesMasters/notesMaster1.xml" Id="R3f2ee5184cad4d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70c059f1a94546" /><Relationship Type="http://schemas.openxmlformats.org/officeDocument/2006/relationships/notesMaster" Target="/ppt/notesMasters/notesMaster1.xml" Id="Rea16b57716754e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cf01375d414b3d" /><Relationship Type="http://schemas.openxmlformats.org/officeDocument/2006/relationships/notesMaster" Target="/ppt/notesMasters/notesMaster1.xml" Id="R87b9057b834440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45486e5fdd4627" /><Relationship Type="http://schemas.openxmlformats.org/officeDocument/2006/relationships/notesMaster" Target="/ppt/notesMasters/notesMaster1.xml" Id="R553060066f8a42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2f3492bb474877" /><Relationship Type="http://schemas.openxmlformats.org/officeDocument/2006/relationships/notesMaster" Target="/ppt/notesMasters/notesMaster1.xml" Id="R89451fbaedae4d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53947b3d114df7" /><Relationship Type="http://schemas.openxmlformats.org/officeDocument/2006/relationships/notesMaster" Target="/ppt/notesMasters/notesMaster1.xml" Id="R83bdf2fb5acf4c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6c9753c21a42bc" /><Relationship Type="http://schemas.openxmlformats.org/officeDocument/2006/relationships/notesMaster" Target="/ppt/notesMasters/notesMaster1.xml" Id="Rb9d52409474a4f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66b049fdf64889" /><Relationship Type="http://schemas.openxmlformats.org/officeDocument/2006/relationships/notesMaster" Target="/ppt/notesMasters/notesMaster1.xml" Id="Rdda786a07d5e47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0cade57f6a4576" /><Relationship Type="http://schemas.openxmlformats.org/officeDocument/2006/relationships/notesMaster" Target="/ppt/notesMasters/notesMaster1.xml" Id="R6d23c749a2154f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docs/BioPrint_Active_Passive_Handout.md;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docs/BioPrint_Active_Passive_Handout.md sections 1–3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server/http.js; server/login.js; docs/ACTIVE_PASSIVE_IMPLEMENTATION.md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server/passive.js; client/passive.js; docs/BioPrint_Active_Passive_Handout.md sections 5–10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server/features/index.js; server/matching/index.js; server/policy.js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server/scoring.js; server/matching/index.js; server/passive.js; server/evaluation.js; docs/EVALUATION.md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server/core.js; client/sdk.js; server/scoring.js; server/features/optional.js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server/login.js; server/core.js; server/security/replay.js; server/security/automation.js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server/login.js; server/passive-adaptation.js; docs/VALIDATION_CHECKLIST.md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client/app.js; docs/BioPrint_Active_Passive_Handout.md sections 35–36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server/login-evaluation.js; server/policy.js; docs/EVALUATION.md; docs/VALIDATION_CHECKLIST.md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docs/WORKLOG.md checkpoints 11–14; docs/VALIDATION_CHECKLIST.md; docs/EVALUATION.md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README.md; docs/ACTIVE_PASSIVE_IMPLEMENTATION.md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d6f16922984b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7d201e31d24e9a" /><Relationship Type="http://schemas.openxmlformats.org/officeDocument/2006/relationships/slideLayout" Target="/ppt/slideLayouts/slideLayout1.xml" Id="R24f92e0b6f724a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f92e0b6f724a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3ef0061d84306" /><Relationship Type="http://schemas.openxmlformats.org/officeDocument/2006/relationships/notesSlide" Target="/ppt/notesSlides/notesSlide1.xml" Id="Rd2bee7efcdfe48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3d2374fe245a0" /><Relationship Type="http://schemas.openxmlformats.org/officeDocument/2006/relationships/notesSlide" Target="/ppt/notesSlides/notesSlide2.xml" Id="R2f937d7be3ac4a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a122cee164bd4" /><Relationship Type="http://schemas.openxmlformats.org/officeDocument/2006/relationships/notesSlide" Target="/ppt/notesSlides/notesSlide3.xml" Id="Rcb89360ac71845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f11a473c44379" /><Relationship Type="http://schemas.openxmlformats.org/officeDocument/2006/relationships/notesSlide" Target="/ppt/notesSlides/notesSlide4.xml" Id="Rcac66c4c232d4c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a3619499344ef" /><Relationship Type="http://schemas.openxmlformats.org/officeDocument/2006/relationships/notesSlide" Target="/ppt/notesSlides/notesSlide5.xml" Id="Rad36efdaf51c48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e601a484f4e50" /><Relationship Type="http://schemas.openxmlformats.org/officeDocument/2006/relationships/notesSlide" Target="/ppt/notesSlides/notesSlide6.xml" Id="Rb977d56c7a3842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636c5b8a4458c" /><Relationship Type="http://schemas.openxmlformats.org/officeDocument/2006/relationships/notesSlide" Target="/ppt/notesSlides/notesSlide7.xml" Id="R58c0e54526884b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66a1081844231" /><Relationship Type="http://schemas.openxmlformats.org/officeDocument/2006/relationships/notesSlide" Target="/ppt/notesSlides/notesSlide8.xml" Id="R9d88637e30af42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a4e05eb474200" /><Relationship Type="http://schemas.openxmlformats.org/officeDocument/2006/relationships/notesSlide" Target="/ppt/notesSlides/notesSlide9.xml" Id="R7260f9e2c14b48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fd706ab4a4369" /><Relationship Type="http://schemas.openxmlformats.org/officeDocument/2006/relationships/notesSlide" Target="/ppt/notesSlides/notesSlide10.xml" Id="R0df8429273e643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7baf6a16c4711" /><Relationship Type="http://schemas.openxmlformats.org/officeDocument/2006/relationships/notesSlide" Target="/ppt/notesSlides/notesSlide11.xml" Id="R36d4f4ec954f45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9a8293c714155" /><Relationship Type="http://schemas.openxmlformats.org/officeDocument/2006/relationships/notesSlide" Target="/ppt/notesSlides/notesSlide12.xml" Id="R21fa5c43569441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45ed9208c4d29" /><Relationship Type="http://schemas.openxmlformats.org/officeDocument/2006/relationships/notesSlide" Target="/ppt/notesSlides/notesSlide13.xml" Id="R29c3e174cc9d4b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60C38-5565-4C28-B002-BB25E7C8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BEHAVIOR AS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37E4E-F78A-4478-BD88-CC59B63E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BioPrint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2955B-153D-4301-B0DE-FE18EBB5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7DE0B1"/>
                </a:solidFill>
                <a:latin typeface="Aptos"/>
                <a:ea typeface="Aptos"/>
                <a:cs typeface="Aptos"/>
              </a:rPr>
              <a:t>Passive-first behavioral authentication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F267D-D4BD-4CB8-AE69-18F1D3B0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A normal login stays normal when the evidence is strong.</a:t>
            </a:r>
          </a:p>
          <a:p xmlns:a="http://schemas.openxmlformats.org/drawingml/2006/main">
            <a:pPr>
              <a:defRPr sz="15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system asks for more only when the session needs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B62CA-F20B-4B20-98BB-B3D67CB8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048000" cy="3429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093AD-4953-4D3C-A77B-D7A63E17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99DE9-0CCC-43FF-9F96-D75D0BE2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••••••••••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60DFC-4D00-49EE-99BE-23D8AB00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2288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3FC1C-629F-40DE-9B0B-2A6661CA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71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PASSIVE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FB939-FC0D-4ACA-B699-7B2FE3CE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typing rhythm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field transitions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submit approach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4599E-C193-4646-8FBA-493E91BA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053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9F28F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0A22E-055C-495D-A2B1-BC360D6B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529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A096C-1210-49B2-87CF-B9E4CB74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434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or trigger a short active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DFF57-C9C7-42E7-99B0-9C415A53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Hackathon build • v0.4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620F8-ED93-4674-9604-584A217A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ADC6A-0455-41C2-8944-899D9089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6351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DA2678-9D75-46EC-B534-300771C8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0F115-2729-4A90-8316-839889DA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Passwords prove knowledge. They do not prove continuity.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0C293-FB6C-43FD-ACF0-A579C24A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Behavioral signals can add confidence without adding friction to every login.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0C8FB-C10E-4A1E-BC08-ED96380F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4561E-EB10-4304-B903-B0A108C3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EVERY 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43303-142E-4728-9925-276ADB55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Challenge the 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0F519-F8DC-4CFF-9711-EE24560B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Strong evidence,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constant friction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C6798-19B8-4783-A3C0-9C56649F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EFCEB-DB51-48E9-A625-619EBD96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8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NO CHALLENGE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9ACB7-B6B0-4A79-AD94-F14EEC20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Trust the password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C2D70-0DA4-484B-8D01-BBFDF77F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718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Low friction,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weak continuity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C4C02-F9A6-494E-9862-D834F666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8A00C-F546-4D32-BAB5-E462C9A8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BIOPRINT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55E18-2901-455C-BFA3-D7735231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Observe 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46295-8350-42EB-BCAB-DA926C63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718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Accept strong passive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evidence. Step up uncertainty.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2209CF-C9B0-4C54-B044-14E313DC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81375"/>
            <a:ext cx="5524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812A95-414E-4C6B-AC75-2C74FAD6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81375"/>
            <a:ext cx="5524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167B7-3771-40DB-979A-729AC6A3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The design goal: adaptive friction, with identity, humanity, quality and freshness kept separate.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4D1463-FA18-41C5-BAF2-CC37A8D0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BB9B1F-6794-4391-B0C1-A6B62ED6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3828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FB5073-4340-4804-B18A-C1B06A88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USER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DC549-7208-4F25-8347-72A9EACB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One login. Three possible outcomes.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42618-3695-4C94-9FDC-A3AFC238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server checks the password separately from behavioral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2D014-2212-46DE-9A38-6A4F138A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5C2CB-6A75-4D80-A4D0-4625796F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E1F97-8ADB-42C4-AA16-ADF6FF67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Username +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4AA6B-56CE-4747-B5E0-4ACC5C0E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28950"/>
            <a:ext cx="5143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B4348-0BC1-4C32-AE79-EF3651B8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9C712-F778-4A7F-A6E4-F6677423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19B69-17DF-4DBF-8ED1-EC93A585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Passive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6A4525-9150-46F3-9617-726C31E3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28950"/>
            <a:ext cx="5143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26AFD-FC85-4721-9951-86ED6E35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9A235-28F5-4341-AD4F-6DCFE9BC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3EDB8-D83D-4A4E-B494-4E875847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Decision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zone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A096F-58F9-41EC-9D69-C1883759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5143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2C2A8-BA48-42BD-A813-ED06D4D5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FDE03A-482D-4814-B881-F010C2B8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77E660-B8B2-4532-BB44-24EF5B3D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Optional active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step-up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7CB084-67CC-4002-9768-C13F383B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7670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B9F28F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F97421-D8E6-4076-8B3C-09DDA901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05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EBF07C-7008-40D3-B355-72882843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7670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C445CF-DCE2-427C-A592-76003B37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05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STEP 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A4986A-5437-405C-A6AF-2E11E34E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953" cy="381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9F28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7273AB-AFD7-459E-A830-59E82A02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95700"/>
            <a:ext cx="953" cy="381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4C7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5A3F80-4BA2-40F1-B863-546BCB6E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Hard failures bypass step-up: replay, malformed telemetry, wrong password, clear automation.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6097E5-651D-4D45-80F7-62FD43EB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C148DD-67BA-4413-8259-D334D1EE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38064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6181B-DD02-4952-88EE-9F1028D6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PASSIVE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8B6E6-08EB-448C-B422-6C650E27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The login form becomes a behavioral trace.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C36E0-3A57-491B-8D1C-4A2306A0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We collect timing and motion context, while keeping credential content out of the biometric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915E4-2A06-414F-93AA-9FA53674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KEYBOARD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D358F-16EC-4BF5-9224-01B2D021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D028A-FAA8-46EC-AE01-BC5A020F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username dwell
DD / UD flight
digraphs, pauses
corrections, Shift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6AB27-B5B8-46AF-A436-DE2FE251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POINTER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46E00-7350-4458-940A-D047ABAA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B42C5-FA72-4A3F-9C24-0EE55EDE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velocity / acceleration
curvature proxy
approach angle
click hold + 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EF1D4-07DA-4B56-9EC2-095DDCA7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CROSS-MODAL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29EA4-4E1E-4C71-81BE-825CDC1A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DA266-2641-4CA2-8292-13526C08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username → password
password → pointer
arrival → click
Tab vs field click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4AA5D-45DA-4485-8AC2-FC4084E5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DDEE4-9D8C-4A0D-B7E5-17478BE9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DA033-557C-4995-A38E-7188C365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 key/code/value
never retained
autofill = unavailable
strict event allowlist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A5BF27-526E-4A71-8F45-36C75FE7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B4CFD-DF5B-462F-AB23-89040DE6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Quality is separate from similarity: missing keyboard evidence lowers Q, not identity to zero.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01DFB-1EDC-403E-BE59-5566736F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BC32D-8CF2-485C-AB1D-52D74890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492755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111505-0150-4761-A9A9-5A4985EC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MATCHING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8F0C7-DBA8-4490-8037-0B8CB909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Robust statistics first. Sequence matching when the evidence supports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6B071-F350-422B-B6F4-FBFDD2D4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matcher treats speed changes as timing variation, not automatic mismatch.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76177-4D17-49B7-B3E0-48AB9B6F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E2E29-C2DE-4971-B34F-E46AB1F1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1  FEATURE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3EAB2-8628-41C3-AE21-0FD987CE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Median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MAD scale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Per-feature reliability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CB21C-125C-4E76-86D5-FB548150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Resists outliers and keeps weak modalities from dominating.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DE475-E742-4544-8C67-BD54DF98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EDA2B-97F1-4211-AD54-7A8FB437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62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2  EXEMPLAR + DTW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F91B4-02FB-4271-B45F-AAE6FFE3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384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Nearest genuine traces</a:t>
            </a:r>
          </a:p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Bounded DTW</a:t>
            </a:r>
          </a:p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Keyboard + pointer + touch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BB5B2-7502-4A7D-9E70-312C47C8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95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Compares shape and rhythm across slightly faster or slower sessions.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2A699-5528-466B-B687-13194289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17042-48D5-48AF-8936-0BCEDEC3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62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3  QUALITY-AWARE FUSION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AAE4F-DBF1-45A0-9D54-49966D26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38450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Identity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Humanity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Quality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B1CF5-5131-497E-AB5C-5A2B24AF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95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Each stays visible to policy and explainability.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6A12E-1789-4AF9-9AD1-7B8A63DD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67100"/>
            <a:ext cx="11239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F1AF0-C119-48EF-949E-783722AD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67100"/>
            <a:ext cx="11239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6E284F-F9AC-4DA4-81BD-0CFA6772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Active matching is shadow by default. A recorded, session-separated evaluation report gates activation.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85C710-9880-4AEC-B8A6-9B677FDC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617BF5-83AB-453E-860D-DCE0BC91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827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F65336-2D6A-4D39-AE59-9B998998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ALGORITHMS IN THE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6D2AA-6207-4A3B-9A87-B5335B33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Four algorithms turn raw behavior into a cautious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91943-3053-4E54-AC77-CBA76827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Each stage answers a different question, so one noisy signal cannot silently become an identity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64F6F-1738-40FE-BAC4-812F928B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3C98B-B0D1-46BB-B4F3-146883AC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ROBUST NORMALIZATION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93FFE-4C52-416A-A6E9-77A1BB94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Median + MAD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97751-0A27-474D-93B6-0F200B84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Centers each feature on the user’s typical value and scales by median absolute deviation. Outliers lose influence.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94914-3852-407F-BD45-E4F8078F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Inputs: dwell, flight, velocity, clicks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B2434-1698-42EE-AF08-8D9E4C9A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636FB-435C-4C20-8717-DF2B9C7D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SEQUENCE ALIGNMENT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CF187-F65A-4964-8818-33492AC5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Bounded DTW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F8A78-F381-433D-A561-80766F7A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84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Dynamic programming aligns two traces that run at different speeds. A bounded warping window prevents implausible matches.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76F11-C631-4B88-A520-6F5E1794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Inputs: keyboard, pointer and touch sequences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9AC51-F124-4455-9699-5BEA03F9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7D3DD2-3B4A-488C-B338-4D7B4F82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QUALITY-AWARE FUSION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AFAF7-4838-4E97-882F-CA8F455D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Weighted geometric mean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4B7FE4-ED6A-473B-AAAA-1DBA27FF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Combines modality scores after scaling each by evidence quality and reliability. Missing modalities stay unavailable.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EBE955-FD34-4FC1-831D-D1148DA3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Output: identity score + modality breakdown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3F9D0-3FD8-4418-B754-056D2995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1000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FF8E8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4AF444-D9D5-430A-A199-BD7F46C5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814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POLICY CALIBRATION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4F9B15-2006-4A4F-9D06-3641C70E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Held-out threshold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275F6F-C2C3-45E8-8BB5-93506501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52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Validation selects thresholds and fusion weights by FAR + FRR. The frozen policy is then checked on held-out sessions.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996694-85ED-411D-A876-95243FFE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720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Output: accept, step-up or reject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9A1BFF-79AC-46D2-9E6F-9EA76E0B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A6AEC4-F5FB-4013-B954-1C02C63A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The runtime keeps baseline decisions visible while advanced matching and calibration remain shadowed until recorded-session evidence qualifies them.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193673-BE53-4961-9632-E0A57BF6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CF1ED0-7DC7-4A01-90FB-A1E17966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47911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879804-AA81-42FD-9CDC-72BB075F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ACTIVE STEP-UP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BD2DE-1B8F-462B-898B-461C7F15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A few seconds of controlled, higher-information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4B163-D63D-40D0-9D3F-B373A57B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challenge randomizes geometry so the user repeats a task, not a fixed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1D41D-D7FC-4570-92BA-0EE80040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70E77-A199-4420-A4DE-86D5695F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CONTROLLED TYPING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4A3B1-E988-4322-984B-69C014A5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“Bright little forest 26”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3A183-9FBA-42CD-A294-08C57C65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Known phrase enables contextual dwell, flight, correction and Shift comparisons.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19542-565D-4A38-89AF-8C750C53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53530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190B3-48CE-4896-9A1F-CDE44216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TARGET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2DB18-B365-4E9A-AED3-A7BC5D95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28F"/>
          </a:solidFill>
          <a:ln xmlns:a="http://schemas.openxmlformats.org/drawingml/2006/main" w="0">
            <a:solidFill>
              <a:srgbClr val="B9F28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C7D11-E808-4483-AEC3-C02F1E4E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575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6FF85-DE0F-4848-B024-18798AD2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6D89F-DBB4-47CB-B71A-464795A7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8670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9A89C-D63A-4CC4-AB66-FD4B6C36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67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6035B-6027-44F6-8F75-C8086147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95287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982701-BBE8-4C44-A440-E5062C3A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05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123390-8E47-4B5D-A2CB-1172DD6D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3910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FCE4D-51C2-4E00-BD62-976D9081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3028950" cy="190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BA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F7D576-F0FF-4C30-A999-B3C2676C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1695450" cy="1085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BA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BBBAB1-2341-475F-91C1-2D10319D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38600"/>
            <a:ext cx="1905000" cy="438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BA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5757B3-4F13-4736-A640-E99EF5B6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Randomized position, radius, order, distance and direction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9130CE-0D3A-44D6-A40F-73DAA0A2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Touch and pen use drag equivalents. Motion, scroll and stylus fields remain optional and unavailable when the device cannot provide them.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EDBB28-E03A-4039-8347-7A76FC21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F162FE-F4A6-4607-BDEB-2B8A73EC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701494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5A2223-08C9-49F8-852C-ED9D0B11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SECURITY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2CB23-77B3-4DE5-8FD4-B4F538B8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Separate gates keep a high similarity score from becoming blind trust.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57AC2-FA07-479F-BE16-387A9844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verifier consumes challenges before parsing evidence and binds them to user, device and cookie.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642F0-38AB-4E5D-A110-EB8CAF29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28F"/>
          </a:solidFill>
          <a:ln xmlns:a="http://schemas.openxmlformats.org/drawingml/2006/main" w="0">
            <a:solidFill>
              <a:srgbClr val="B9F28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A8E6A-D79B-4530-83C0-63D40729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71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55946-E0C0-47A4-8105-A46449D5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71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Does the behavior resemble this profile?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67657-95F2-4EEA-81A2-56CAE6FA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EC8C2-AC89-41F8-ABDD-8D0A072A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Robust match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55D34-3DFD-4772-8BA8-D7CA4C3E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600FC-9559-4D18-BA31-AFCCB40D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HUMANITY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5521D-5A05-49CD-81A3-4A1ACBED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Does the session look like a person?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D2540-9C6A-4926-95AB-EF439483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CFD8F-7EB8-46DB-B78A-4DCBF398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Automation heuristics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CFB99-44D0-4384-BC3F-F085AC6B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76B"/>
          </a:solidFill>
          <a:ln xmlns:a="http://schemas.openxmlformats.org/drawingml/2006/main" w="0">
            <a:solidFill>
              <a:srgbClr val="F4C7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2831D-C229-4DED-BE8D-795F8DCD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33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308B8-FC9A-4C84-B21F-5245E191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33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Is there enough comparable evidence?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49459-A824-43D7-96BA-938A8F05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F762F-00E7-4572-8421-8A43CD3C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33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Modality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A5D17-42D8-47B9-9362-C3C9F834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E86"/>
          </a:solidFill>
          <a:ln xmlns:a="http://schemas.openxmlformats.org/drawingml/2006/main" w="0">
            <a:solidFill>
              <a:srgbClr val="FF8E8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541F1-F112-4B8B-B289-C2DFB9F0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14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8E9970-3B5A-41C7-AD4E-4B917B62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14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Is this session current and unused?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66A6D0-6EFD-4265-B159-D1846177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58409C-97CE-42CC-8FE5-F4B32A75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Nonce / expiry / replay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BF13C3-699A-460E-9309-662370B7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73C8DE-7EDC-4BB1-8671-7BFDEC4C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Hard reject: wrong password, malformed stream, exact / near replay, expired challenge or clear automation.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0C3474-BDDA-4557-90C2-EAEDBA74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219F9-8182-4335-A2DA-FD273D49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97595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8783D-477B-43BF-BA88-DF4422D1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ENROLLMENT + DEVICES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10132-2A0C-4E10-9495-E96D7A8D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Trust grows through repeated evidence, not one lucky login.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90ABE-58E8-4B9E-8E22-7C9730CB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Shared models, active models and device models evolve on different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0272C-3D5D-4F5E-8AE7-FD94EFF7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INITIAL ENROLLMENT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00930-2FA2-47FC-A047-31F084CE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6 passive rounds + 8 active rounds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D1E8B-F067-4C65-9A2E-74FA3D4B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1536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9C770-EBBE-4C67-BE47-EA432B68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NEW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34F8F-CAD1-484A-BF41-F7F37D81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Explicit six-round device enrollment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6EA4A-9355-4360-A57E-9DB6C26B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1536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2A957-229E-4564-AC4C-AECC93C6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DRIFT ADAPTATION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B54D6-0DAF-485C-84C5-858B8228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3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4 consistent sessions, ≥10 min apart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0B925-7227-4104-9A52-624F07C8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1536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6DD03-927D-4AC1-A394-F2E21AD1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352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C71F7-7E12-4797-B13E-7450956A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0B988-9978-4349-BCD2-804BDD55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266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Shared anchor stays fixed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Unknown devices stay candidates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Original device model stays immutable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Thresholds never decrease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Continuous windows never train profiles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86473-9355-421D-A696-7B53EE79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local demo uses a fixed enrollment key and password. A real integration supplies account verification and protected sessions.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ED8AD-71A2-42E2-8058-287CA745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C424AB-E8A4-4F36-9938-590BAAA2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98687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122057-2CD4-4C86-8B83-49A27966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2E43C-97EF-493D-8C92-5E96F333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The result tells the operator why the system accepted, stepped up or rejected.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A9FB0-13C5-46BE-BD3B-CBE71997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A score without context is hard to review. BioPrint exposes the evidence dimensions separately.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C57A0-05E2-44A5-8C0C-3108EDAF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496BD-9518-446F-9A1E-402F0A8E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PASSIVE 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814D2-D9EB-4AD8-B99A-A862B690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154C9-55C6-4BBD-921E-66F72E2E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76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0.91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A0484-2CAD-45FB-AC36-31DC0ABB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EFE08-32AA-448D-A1CC-F77A9E23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Evidence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1EF72-5B1B-4A80-AE18-5B676589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147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0.88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03C59-102B-4F91-A2E0-E551C5FA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519FC-6C5B-4E12-AEAF-1B420EA6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Humanity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055A4-D959-4C24-A506-B4DF8537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528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0.98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81858-3CA3-489B-BEA7-3203C7C3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D8274-45F3-41AB-932A-3EAAACA7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ED5E1-FF69-4C2E-B268-4583448A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91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F89F41-44F2-44D0-8F95-93359017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58FBA-7C0E-467E-93A7-4166EF7C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9F28F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E7E0D-993D-4758-92AD-2729245F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A9353-E41A-4A75-BEAE-48431AEC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124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5DF91-9C75-4306-AD7A-1C55317E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81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IF PASSIVE IS UNCERTAIN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1FBF3-6457-4279-B679-637CA943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MORE EVIDENCE REQUIRED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16A2F4-9A12-4313-B464-1CF483CA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90900"/>
            <a:ext cx="361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Reasons stay concrete: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new device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insufficient quality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identity uncertain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active check issued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1EE7FA-0D4E-40B7-904C-56803E0E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1657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E1E55A-4F93-44B7-8C4C-6B3B945D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3392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ACTIVE CHALLENGE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08ED5C-CB02-4088-AEA7-21BE826D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656F61-4316-4303-89B9-57BBF286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727013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CAF5F0-5066-4CFC-8E31-534DDAB1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RESEARCH +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6F122-35D2-4940-8B05-719F6A97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We built the measurement loop before claiming performance.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198B0-3F89-42EF-8F03-CB3CD18D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system separates implementation progress from biometric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9B649-2CEA-47F1-8D9F-C9551797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2525F-8467-4284-A123-35B4E41F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84CC0-4D7F-4621-9B03-81CC5D9D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C4569-41D1-4A12-84D1-54B29926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Export sanitized passive or paired login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FC19A-9DEB-45A8-89A2-DBE4377C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19350"/>
            <a:ext cx="333375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DD6BA-332D-4C6C-8257-6E03B80B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8599D-A6C2-4CA7-8A6E-D2C1D9ED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16602-A18F-4A91-9635-FBD53121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LABEL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12C28-CD43-4E84-AFC4-C3168599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Add subject, attack, device and split labels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26EA9-E0FF-4BC5-A776-C456A182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19350"/>
            <a:ext cx="333375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BD0E0-2F74-4A7B-9DB9-9D2B13EF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85E99-8C11-40F5-8797-AC37C9C0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D5A9F-B343-4880-A848-5460FB2B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4887E-E2AF-49B1-B53A-4E20002B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Validation thresholds, held-out test, FAR / FRR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F8785-8326-4036-A6CF-DE958AD0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19350"/>
            <a:ext cx="333375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D77CA-86BB-42A9-999B-75C976D5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28F"/>
          </a:solidFill>
          <a:ln xmlns:a="http://schemas.openxmlformats.org/drawingml/2006/main" w="0">
            <a:solidFill>
              <a:srgbClr val="B9F28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05C3E-D47E-4C5F-B757-D3B3DFA2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039E7-FB08-4065-9DF2-449307A9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92FC21-660E-4B72-BDED-E5FA0C3A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Policy checks versions, coverage and ceilings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C5D945-B42C-4839-98B3-3DF9F601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CE0CBA-0CC4-43B5-8DE7-3ED10969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Current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6B238A-F96F-443C-AD1D-E25DFCF3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923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Synthetic and HTTP smoke checks pass. No real participant study has been run.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5C3699-E9BD-4833-A4BC-5FF45314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1010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36E88F-42BA-4BE1-A114-94F6CF98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577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NO PERFORMANCE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882207-C207-4473-A3BD-3B3F23EC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Next proof point: separate-day genuine sessions, impostor attempts, browser/device coverage and longitudinal drift data.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5C1119-FD40-4294-B72B-C8FEB7E2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AF2334-5A2C-424B-8B35-35DE9C30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12878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1613D0-E664-4407-BDA3-6D735918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TEST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8B371-8E8C-4FC8-A80B-AD934FCD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What we test, from code to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D4F6B-7A49-4D3F-92B4-AF1F8BDD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checks move from fast local feedback to evidence that can support a policy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F13A9-A35B-4780-9711-6D7B2A82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94477-61F6-4703-B3EE-93DF7E7F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CODE HEALTH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AFB6E-4401-4248-B892-F1362BA5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JavaScript syntax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package/version consistency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3B292-4210-46FA-899F-26D206FC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DDCEC-9AEB-49CF-9F7E-CE82FCAA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62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CORE SMOKE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16457-4E18-475F-A090-C5474AA8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38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Enrollment, login zones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replay, malformed telemetry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67C94-1512-42F1-8DA3-66CCC81B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1DA73-A4B6-4A22-B3FA-F624808F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5F075-1587-40F5-A66E-F6E9F2CC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38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HTTP routes, cookies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 boundary, persistence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E5D63-9F36-45F4-A8CF-0C0EE417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24B3F-D905-48B5-8823-1BACE33F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62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BROWSER UX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9865F-D7C2-4152-825E-B74E19C2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38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Normal form, step-up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monitor controls, console scan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8F47D-1E98-4EFF-BA3D-DFB296B4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86B81-EECD-4B34-BA41-AF11B877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ALGORITHM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64CDE0-FFC6-474F-B8FA-1B711B97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43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DTW, touch paths, target radius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optional motion / pen / scroll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15DEE-A050-4AE2-BEE4-9CC9FE20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95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FF8E8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85A567-5CAB-4808-B7BF-962A4F53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67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SECURITY 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ADF8B1-C8E4-40B1-A6D3-A0C16889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43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Binding, expiry, replay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device enrollment, migration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201DFE-51BA-4104-996B-BC177F47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95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983104-768E-45FF-9007-B4BA24D8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67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RESEARCH 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F83CD2-0625-4265-B2D3-A7F25D9C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43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Session splits, FAR / FRR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policy version and sample ceilings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D9D520-76F3-45C5-9E1E-8B47BEDB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38425"/>
            <a:ext cx="45720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51C9C-B292-40B9-8BE9-7679DE08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38425"/>
            <a:ext cx="45720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EE04CB-5FA6-49E2-875E-48043F2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38425"/>
            <a:ext cx="45720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7ACFF9-C6BA-4D8C-98A8-28F3E715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86100"/>
            <a:ext cx="1409700" cy="10096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A109AA-BDD8-4729-BF1C-AF05B277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86100"/>
            <a:ext cx="1409700" cy="10096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B7B2AF-64D4-4C62-92A1-7D8F1FCE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86100"/>
            <a:ext cx="1409700" cy="10096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5F4499-6A15-420F-A5CC-18B9EE1E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86100"/>
            <a:ext cx="1181100" cy="10096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1AE6A8-7DEA-47D1-A445-30DC4649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534F9E-F6CF-46EF-B28E-B1FDAA23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05475"/>
            <a:ext cx="1043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Current boundary: synthetic and HTTP checks pass. Real participant and hardware validation still decides whether performance claims are justified.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5C1A2B-D179-4585-96C2-F7D8C918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4A8D1F-B8E2-456C-90FA-CB18E2A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758738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7BCA4-CADA-4971-A6A4-1B773FB1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THE PITCH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9F5D9-5D6E-4FFA-8C6B-BF5D9921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Observe first.</a:t>
            </a:r>
          </a:p>
          <a:p xmlns:a="http://schemas.openxmlformats.org/drawingml/2006/main">
            <a:pPr>
              <a:defRPr sz="36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Ask for more only when necessary.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441CB-E4CE-4102-8A47-230105F6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7DE0B1"/>
                </a:solidFill>
                <a:latin typeface="Aptos"/>
                <a:ea typeface="Aptos"/>
                <a:cs typeface="Aptos"/>
              </a:rPr>
              <a:t>BioPrint combines low-friction passive verification with a controlled active step-up, while keeping privacy and uncertainty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948F3-99A2-4CF7-B695-480755E4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304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A4A25-6C5D-41BD-8469-8AE09115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09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BUILT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C2AF2-55F7-4AB6-A46B-50D75DF4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Passive-first flow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Active step-up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Robust + DTW matching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Device lifecycle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Evaluation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AD6F8-2053-44FE-85A9-7A6F76DE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Hackathon demo: local loopback app • fixed demo credential • no external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EF2F4-E64A-4C88-960E-98B3605A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D4611-B8B9-4930-B144-EBA797E5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47790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2026-09-19T21:50:49.2240000Z</dcterms:created>
  <dcterms:modified xsi:type="dcterms:W3CDTF">2026-09-19T21:50:49.2240000Z</dcterms:modified>
</coreProperties>
</file>