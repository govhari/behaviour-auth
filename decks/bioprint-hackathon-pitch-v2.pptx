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6c73a76a91469b" /><Relationship Type="http://schemas.openxmlformats.org/officeDocument/2006/relationships/extended-properties" Target="/docProps/app.xml" Id="Rd23fa30ac5bc44f4" /><Relationship Type="http://schemas.openxmlformats.org/officeDocument/2006/relationships/officeDocument" Target="/ppt/presentation.xml" Id="Rb105c9d6c25142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42d5cb9b824720"/>
  </p:sldMasterIdLst>
  <p:notesMasterIdLst>
    <p:notesMasterId xmlns:r="http://schemas.openxmlformats.org/officeDocument/2006/relationships" r:id="R9ee61257a1bc4c66"/>
  </p:notesMasterIdLst>
  <p:sldIdLst>
    <p:sldId xmlns:r="http://schemas.openxmlformats.org/officeDocument/2006/relationships" id="256" r:id="Re0d1c1a4d83a44a3"/>
    <p:sldId xmlns:r="http://schemas.openxmlformats.org/officeDocument/2006/relationships" id="257" r:id="R326512bc0f2d4c2d"/>
    <p:sldId xmlns:r="http://schemas.openxmlformats.org/officeDocument/2006/relationships" id="258" r:id="Re88aa5d0287e4c10"/>
    <p:sldId xmlns:r="http://schemas.openxmlformats.org/officeDocument/2006/relationships" id="259" r:id="R6f14a61e27d84b19"/>
    <p:sldId xmlns:r="http://schemas.openxmlformats.org/officeDocument/2006/relationships" id="260" r:id="Re9fe71c4ff0d4ffb"/>
    <p:sldId xmlns:r="http://schemas.openxmlformats.org/officeDocument/2006/relationships" id="261" r:id="Re79d02128d9b4264"/>
    <p:sldId xmlns:r="http://schemas.openxmlformats.org/officeDocument/2006/relationships" id="262" r:id="R46311742fea34047"/>
    <p:sldId xmlns:r="http://schemas.openxmlformats.org/officeDocument/2006/relationships" id="263" r:id="Rb0a7702ff1644142"/>
    <p:sldId xmlns:r="http://schemas.openxmlformats.org/officeDocument/2006/relationships" id="264" r:id="R11ad173c23684e3f"/>
    <p:sldId xmlns:r="http://schemas.openxmlformats.org/officeDocument/2006/relationships" id="265" r:id="R6d80555e8e6445fc"/>
    <p:sldId xmlns:r="http://schemas.openxmlformats.org/officeDocument/2006/relationships" id="266" r:id="R360be3ebc2ed4a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d5926238b0475a" /><Relationship Type="http://schemas.openxmlformats.org/officeDocument/2006/relationships/slideMaster" Target="/ppt/slideMasters/slideMaster1.xml" Id="R5f42d5cb9b824720" /><Relationship Type="http://schemas.openxmlformats.org/officeDocument/2006/relationships/notesMaster" Target="/ppt/notesMasters/notesMaster1.xml" Id="R9ee61257a1bc4c66" /><Relationship Type="http://schemas.openxmlformats.org/officeDocument/2006/relationships/presProps" Target="/ppt/presProps.xml" Id="R282aaaef5cbd4c37" /><Relationship Type="http://schemas.openxmlformats.org/officeDocument/2006/relationships/tableStyles" Target="/ppt/tableStyles.xml" Id="R1b20960466a344c2" /><Relationship Type="http://schemas.openxmlformats.org/officeDocument/2006/relationships/slide" Target="/ppt/slides/slide1.xml" Id="Re0d1c1a4d83a44a3" /><Relationship Type="http://schemas.openxmlformats.org/officeDocument/2006/relationships/slide" Target="/ppt/slides/slide2.xml" Id="R326512bc0f2d4c2d" /><Relationship Type="http://schemas.openxmlformats.org/officeDocument/2006/relationships/slide" Target="/ppt/slides/slide3.xml" Id="Re88aa5d0287e4c10" /><Relationship Type="http://schemas.openxmlformats.org/officeDocument/2006/relationships/slide" Target="/ppt/slides/slide4.xml" Id="R6f14a61e27d84b19" /><Relationship Type="http://schemas.openxmlformats.org/officeDocument/2006/relationships/slide" Target="/ppt/slides/slide5.xml" Id="Re9fe71c4ff0d4ffb" /><Relationship Type="http://schemas.openxmlformats.org/officeDocument/2006/relationships/slide" Target="/ppt/slides/slide6.xml" Id="Re79d02128d9b4264" /><Relationship Type="http://schemas.openxmlformats.org/officeDocument/2006/relationships/slide" Target="/ppt/slides/slide7.xml" Id="R46311742fea34047" /><Relationship Type="http://schemas.openxmlformats.org/officeDocument/2006/relationships/slide" Target="/ppt/slides/slide8.xml" Id="Rb0a7702ff1644142" /><Relationship Type="http://schemas.openxmlformats.org/officeDocument/2006/relationships/slide" Target="/ppt/slides/slide9.xml" Id="R11ad173c23684e3f" /><Relationship Type="http://schemas.openxmlformats.org/officeDocument/2006/relationships/slide" Target="/ppt/slides/slide10.xml" Id="R6d80555e8e6445fc" /><Relationship Type="http://schemas.openxmlformats.org/officeDocument/2006/relationships/slide" Target="/ppt/slides/slide11.xml" Id="R360be3ebc2ed4a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8eacd1a95943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cc9d2618694085" /><Relationship Type="http://schemas.openxmlformats.org/officeDocument/2006/relationships/notesMaster" Target="/ppt/notesMasters/notesMaster1.xml" Id="Rdcc77984eea648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7a9b0449404b7a" /><Relationship Type="http://schemas.openxmlformats.org/officeDocument/2006/relationships/notesMaster" Target="/ppt/notesMasters/notesMaster1.xml" Id="R414369d14c014a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e45f4722204bde" /><Relationship Type="http://schemas.openxmlformats.org/officeDocument/2006/relationships/notesMaster" Target="/ppt/notesMasters/notesMaster1.xml" Id="R3213356979a94f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a966a8a9f74e81" /><Relationship Type="http://schemas.openxmlformats.org/officeDocument/2006/relationships/notesMaster" Target="/ppt/notesMasters/notesMaster1.xml" Id="Rfb09426b3b2647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2c1c53daf047a6" /><Relationship Type="http://schemas.openxmlformats.org/officeDocument/2006/relationships/notesMaster" Target="/ppt/notesMasters/notesMaster1.xml" Id="R831f7426fd4440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fd582eb22d4d19" /><Relationship Type="http://schemas.openxmlformats.org/officeDocument/2006/relationships/notesMaster" Target="/ppt/notesMasters/notesMaster1.xml" Id="R69df25ac90564c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bf4cff06524fc4" /><Relationship Type="http://schemas.openxmlformats.org/officeDocument/2006/relationships/notesMaster" Target="/ppt/notesMasters/notesMaster1.xml" Id="R891ca572525c48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10dbce0a40472c" /><Relationship Type="http://schemas.openxmlformats.org/officeDocument/2006/relationships/notesMaster" Target="/ppt/notesMasters/notesMaster1.xml" Id="R798f674781cd44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f0ad2f78bf458c" /><Relationship Type="http://schemas.openxmlformats.org/officeDocument/2006/relationships/notesMaster" Target="/ppt/notesMasters/notesMaster1.xml" Id="R79384dffae654f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27bece2d41499a" /><Relationship Type="http://schemas.openxmlformats.org/officeDocument/2006/relationships/notesMaster" Target="/ppt/notesMasters/notesMaster1.xml" Id="R5baca2815f294e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42feb902a14f82" /><Relationship Type="http://schemas.openxmlformats.org/officeDocument/2006/relationships/notesMaster" Target="/ppt/notesMasters/notesMaster1.xml" Id="Ref2f2536cfe040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docs/BioPrint_Active_Passive_Handout.md;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docs/BioPrint_Active_Passive_Handout.md sections 1–3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server/http.js; server/login.js; docs/ACTIVE_PASSIVE_IMPLEMENTATION.md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server/passive.js; client/passive.js; docs/BioPrint_Active_Passive_Handout.md sections 5–10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server/features/index.js; server/matching/index.js; server/policy.js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server/core.js; client/sdk.js; server/scoring.js; server/features/optional.js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server/login.js; server/core.js; server/security/replay.js; server/security/automation.js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server/login.js; server/passive-adaptation.js; docs/VALIDATION_CHECKLIST.md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client/app.js; docs/BioPrint_Active_Passive_Handout.md sections 35–36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server/login-evaluation.js; server/policy.js; docs/EVALUATION.md; docs/VALIDATION_CHECKLIST.md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docs/ACTIVE_PASSIVE_IMPLEMENTATION.md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c6abdbd6b4e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c06af8e9174451" /><Relationship Type="http://schemas.openxmlformats.org/officeDocument/2006/relationships/slideLayout" Target="/ppt/slideLayouts/slideLayout1.xml" Id="R750f9fa60aac47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0f9fa60aac47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46a2c50824a09" /><Relationship Type="http://schemas.openxmlformats.org/officeDocument/2006/relationships/notesSlide" Target="/ppt/notesSlides/notesSlide1.xml" Id="R24c3a84e593a4b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35d3ff36b4656" /><Relationship Type="http://schemas.openxmlformats.org/officeDocument/2006/relationships/notesSlide" Target="/ppt/notesSlides/notesSlide2.xml" Id="Rfc9872a91c3146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03a28c0ef47ac" /><Relationship Type="http://schemas.openxmlformats.org/officeDocument/2006/relationships/notesSlide" Target="/ppt/notesSlides/notesSlide3.xml" Id="R5c221eb8238046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323fd402d4784" /><Relationship Type="http://schemas.openxmlformats.org/officeDocument/2006/relationships/notesSlide" Target="/ppt/notesSlides/notesSlide4.xml" Id="R656d057b8d3f41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6089af9604638" /><Relationship Type="http://schemas.openxmlformats.org/officeDocument/2006/relationships/notesSlide" Target="/ppt/notesSlides/notesSlide5.xml" Id="Rc84f995780eb4c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5d39a59454323" /><Relationship Type="http://schemas.openxmlformats.org/officeDocument/2006/relationships/notesSlide" Target="/ppt/notesSlides/notesSlide6.xml" Id="R60a7e739be7940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3ed3275484722" /><Relationship Type="http://schemas.openxmlformats.org/officeDocument/2006/relationships/notesSlide" Target="/ppt/notesSlides/notesSlide7.xml" Id="Ra5bbd6ab938644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216e4cde64f14" /><Relationship Type="http://schemas.openxmlformats.org/officeDocument/2006/relationships/notesSlide" Target="/ppt/notesSlides/notesSlide8.xml" Id="R816abb31c88044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55ec2c27d43c6" /><Relationship Type="http://schemas.openxmlformats.org/officeDocument/2006/relationships/notesSlide" Target="/ppt/notesSlides/notesSlide9.xml" Id="R46971b2d8f5249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c36f1792942a1" /><Relationship Type="http://schemas.openxmlformats.org/officeDocument/2006/relationships/notesSlide" Target="/ppt/notesSlides/notesSlide10.xml" Id="Rfe4690951f9d40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3badb3a7f4958" /><Relationship Type="http://schemas.openxmlformats.org/officeDocument/2006/relationships/notesSlide" Target="/ppt/notesSlides/notesSlide11.xml" Id="R2a12f6cc11b147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F42F0-3139-4D7D-A872-00A80F85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BEHAVIOR AS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F5542-D02C-4F99-94ED-56A5854E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BioPrint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2815C-D64A-4746-B6A4-65DFF962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7DE0B1"/>
                </a:solidFill>
                <a:latin typeface="Aptos"/>
                <a:ea typeface="Aptos"/>
                <a:cs typeface="Aptos"/>
              </a:rPr>
              <a:t>Passive-first behavioral authentication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128D1-05D9-4FF4-BB38-19E6AB65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 normal login stays normal when the evidence is strong.</a:t>
            </a:r>
          </a:p>
          <a:p xmlns:a="http://schemas.openxmlformats.org/drawingml/2006/main">
            <a:pPr>
              <a:defRPr sz="15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system asks for more only when the session needs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8FA1D-D618-483B-826D-20149069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3429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70442-8A75-4368-89C5-A455C047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60479-A11E-4EFD-8FA1-C1C52F36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••••••••••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9E668-33D0-4284-B47A-DD1A7AE5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2288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21A6F-33CC-44B6-B69F-C9BB31E0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71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PASSIVE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98426-C9A3-4E16-A05A-367EB199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typing rhythm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field transitions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submit approach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07BEA-72EC-430D-991E-91E20F7F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2AA62-460B-4516-B303-FCCA21EF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529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F683E-31EC-4718-A968-2D0B731A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434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or trigger a short active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ACE27-4B06-4F3F-BA58-467D8879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Hackathon build • v0.4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F606D-49C9-4699-8E03-01A6B035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3CD04-2441-4928-B8DD-FC71F8FD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68188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144A4-72DA-4818-95F3-CD63752E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31332-B7BB-473B-8CE8-BA22E319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Passwords prove knowledge. They do not prove continuity.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AD6FB-36F0-4C67-A9C3-F6B3296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Behavioral signals can add confidence without adding friction to every login.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FBEFA-0D21-43FA-A7BA-28DB3AAC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A81BF-9C08-4512-87A1-4DC1E4F4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EVERY 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DAD0C-682C-4E8D-9854-FA3FF466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Challenge the 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28DF9-1665-499D-8C6D-C160703B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Strong evidence,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constant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38065-B55C-479D-AAAE-22C7961F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FF60F-EBC7-483E-88AC-208FEFAD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NO CHALLENGE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D8584-4B0B-477E-90A7-9084F66B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Trust the password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7B144-63C6-4157-96B2-469F5722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Low friction,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weak continuity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CA601-6092-4E29-A314-27911817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C4199-1B5F-4ADB-ABBC-6CF5F226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BIOPRINT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A8E41-F9E3-4E78-9969-957DECC4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Observe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0D4F6-4930-4642-A99D-3E041692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Accept strong passive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evidence. Step up uncertainty.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AF0EE-EAF7-4957-BCA9-F11333B2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81375"/>
            <a:ext cx="5524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2BEBE-2E3A-4328-B62F-2941B491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81375"/>
            <a:ext cx="5524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5BDDB-E86A-423F-8A60-DE9DE9B6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The design goal: adaptive friction, with identity, humanity, quality and freshness kept separate.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E5C8C-4C63-4CC5-A203-4143B495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58A94-2CB4-434F-A9F1-4EBBB22A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4169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CF21AE-EBEA-4FD6-941D-0AD9BBD9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F61E4-A88D-4D85-80F5-4E14B552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One login. Three possible outcomes.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2DD54-9857-4F62-905F-BC1398AA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server checks the password separately from behavioral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207AA-4F08-43AD-954A-BB663065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5CFEF-4A2D-417B-B0C7-3E6D20AD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68573-C8AE-44DF-A924-E677776F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+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BE64A-FC65-4361-9645-0837C673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2C309-BEEB-4708-BB99-E4A492BF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F16A8-5EDA-4436-997B-398B3C69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91446-D5EE-4A15-AD57-4F05124C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Passive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BEE18-1E35-4B81-9416-30E7DB66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E03D6-2D72-4EA0-ABD1-B0653AC5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0CC65-621E-4156-BD4E-15CA3FC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EB2F9-A2A6-43DE-91DB-9D7526C4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Decision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zone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EDB06-F6AA-40B2-9C7C-F448A5F8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265AB-0484-4EDD-8637-0901B326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95E31-9C44-4074-A523-78BBD7CA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1ABBC-3D5A-481C-B6FB-C981C9E0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Optional active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step-up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D7E07-8BB8-43B9-B3D0-B601E08A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E79EB-F026-4180-B257-FE866600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846E0-00F4-48F6-BEFE-4A2BFCFE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767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C2B7C-28C6-464E-94D9-969A620C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STEP 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EC814-ED20-4FFE-8D20-B6CDDD7A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3" cy="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9F28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30079E-6011-4E9B-96BF-FD2DC225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95700"/>
            <a:ext cx="953" cy="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4C7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12090-5CC5-4B7E-817F-455D600B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Hard failures bypass step-up: replay, malformed telemetry, wrong password, clear 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D694A8-5492-470F-930B-1FDE8711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13D758-5FBB-4243-B9BB-FFC96A3E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3043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B1681-1AB6-4339-A023-8EF558DE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PASSIVE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E4B8D-58B2-4368-BB14-609FF2B7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The login form becomes a behavioral trace.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FBD11-F214-4223-B356-D2BC4222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We collect timing and motion context, while keeping credential content out of the biometric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E2508-6C26-4C36-A652-1608210B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KEYBOARD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E5120-C14D-47E9-A526-F94AD8C7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B48EF-AD46-4031-AB33-71BEE82A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dwell
DD / UD flight
digraphs, pauses
corrections, Shift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FC7C6-1010-49FD-857E-96133522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POINTER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38747-0CC6-4533-9AF3-0C5CD1FE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FC7A9-5125-4E20-9981-3C23F402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velocity / acceleration
curvature proxy
approach angle
click hold + 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6AD95-BF64-4B9A-8E96-435FB93F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CROSS-MODAL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5E421-4983-4B66-846D-94B14B0F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F830A-D2BE-409D-9A6D-3E7B47F4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→ password
password → pointer
arrival → click
Tab vs field click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E2E76-F0FB-4943-AE1E-CAC0DA7A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CA8F9-4660-459A-BC13-8F4A387A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46B8B-B44C-4DBC-B4D3-95E4D94B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 key/code/value
never retained
autofill = unavailable
strict event allowlist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EE8E3-F048-4268-80D8-CC759370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EBCAD-B328-4A49-BB65-44E06FB2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Quality is separate from similarity: missing keyboard evidence lowers Q, not identity to zero.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220E5-78E8-4A94-923A-AAC2F544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D18F6-4781-49F0-9E18-4A4AE3D6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8743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D72FE-7DBF-44F3-A839-E5E7C9AC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MATCHING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2F8A1-D52E-47B5-932B-377E6E1A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Robust statistics first. Sequence matching when the evidence supports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9F17C-E89B-4CC8-A2C1-AD80BD08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matcher treats speed changes as timing variation, not automatic mismatch.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0679A-B929-458F-8663-4A1759AF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8E5F7-6547-4B59-B70E-3ECD5DF0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1  FEATURE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2B7B0-8DB6-4AA3-8C5B-CA648A93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Median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MAD scale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Per-feature reliability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31D57-8359-4569-B84E-D17371E0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Resists outliers and keeps weak modalities from dominating.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4C67C-6C61-4CED-8425-7DE27BBE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F0A53-6DED-4FE9-8319-984BDA0C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2  EXAMPLAR + DTW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94665-8455-4D94-AC48-1B57E17A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Nearest genuine traces</a:t>
            </a:r>
          </a:p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Bounded DTW</a:t>
            </a:r>
          </a:p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Keyboard + pointer + touch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1524D-6884-457F-AFD8-04A52138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Compares shape and rhythm across slightly faster or slower sessions.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491A5-EA77-4310-93BC-159BB2E6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23086-9028-40D2-995A-EB5D58E4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3  QUALITY-AWARE 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97638-4EC3-40EE-9AF4-9BA9B5A4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384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Identity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Humanity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Quality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F86F6-89BF-4BE3-B4C5-AECD634A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95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Each stays visible to policy and explainability.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5574F-0367-4D4F-9C52-CD4DE244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67100"/>
            <a:ext cx="11239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EAD9E-581E-4E45-BA36-367BA147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7100"/>
            <a:ext cx="11239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5A33F-9F16-42E8-A154-8055DEEB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Active matching is shadow by default. A recorded, session-separated evaluation report gates activation.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9D34D-EBC6-405C-A576-DF7C6998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18687-92EE-46C8-BA72-211B0020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0958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E5ADE-EFF2-4B2A-9538-3CA237EF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ACTIVE STEP-UP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FE8B6-4646-4818-9D66-3E822CB9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 few seconds of controlled, higher-information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9123D-61C7-459B-BD80-C50C0F70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challenge randomizes geometry so the user repeats a task, not a fixed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65990-38E7-43F1-8174-570C0D3F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83429-1B58-401A-9E0C-24EC4C75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CONTROLLED TYPING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F9EEA-7AA4-48D3-A54C-9225C51A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“Bright little forest 26”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68019-F41F-427F-B930-E31A63BC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Known phrase enables contextual dwell, flight, correction and Shift comparisons.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F6399-2711-4F91-9FD3-8E2E789C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53530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7B42F-2087-4FF5-AE19-3F2E6F67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TARGET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17B38-7B05-45F9-BD45-CDEB99F1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CB461-0304-4EE2-B162-A4D1768D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575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152BC-59DA-4439-A167-7B040FA6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1C8C9-434A-454B-BC9D-38DE8905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8670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2641F-48DD-4E63-B965-373FDFD5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67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9CFAD-F02A-4A95-A313-6BBB16F4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528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6566D-044F-4D6D-B7A5-298AB738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05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F25EF-0D9B-4B1D-B544-516A9F26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3910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9718D-86D9-4D26-936D-4B0B4848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028950" cy="190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7E50A-15BE-48C7-A81A-E5460E86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1695450" cy="1085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EC454-8137-472C-99E4-5A0B45E6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1905000" cy="438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1586A-76F1-4229-87F2-9B78BD59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Randomized position, radius, order, distance and direction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00090-ADE6-48E2-BB79-3B1C7DF7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Touch and pen use drag equivalents. Motion, scroll and stylus fields remain optional and unavailable when the device cannot provide them.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2319C8-8FFB-494A-9613-9B5DD8ED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7431D-D41A-4AD9-AC8B-52D5AABD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7857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A8C5E-2DB8-4E4D-9ADB-26E9D927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BE03E-39F1-43BB-88BB-9B747D59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Separate gates keep a high similarity score from becoming blind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15B0F-33F7-4620-A4D8-BBDC5C8B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verifier consumes challenges before parsing evidence and binds them to user, device and cookie.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596D7-BDAF-46E5-8249-4B868730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2CF95-6F59-41FC-9402-A4132A66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71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46DDC-F9EB-4F3D-B984-0F47DF4F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Does the behavior resemble this profile?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24E74-C6BD-4272-A23B-D20A8D3E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27B1C-C94D-4F41-880C-C3B2E24E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Robust 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CF4F4-7CED-4169-B2EE-E53803A0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36AC6-A549-42FF-AED6-6E8D6158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HUMANITY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6427F-E4C4-4EBD-9FDB-E74839D4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Does the session look like a person?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C5BF3-1CD8-4FC4-A636-BD3793CA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A2B17-09CB-4B2F-9969-720374DB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Automation heuristics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7AA84-8BB8-456D-ACD8-D6D50590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55458-9295-4A5D-96A8-4F40D279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33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5CB60-9BE3-4105-B17B-955C79CA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Is there enough comparable evidence?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3034EA-EFDA-4632-AD30-DDFD82E5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22414A-CC08-48C6-A28B-3C7F2274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Modality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2AB0D-E648-45D6-A1BE-EED57C77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E86"/>
          </a:solidFill>
          <a:ln xmlns:a="http://schemas.openxmlformats.org/drawingml/2006/main" w="0">
            <a:solidFill>
              <a:srgbClr val="FF8E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133EF-02F9-468C-A9C2-A4796999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14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D470E-FBB9-4456-B5B8-03AD82AD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Is this session current and unused?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19769C-AAFC-4339-8A93-2D58C90F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0504D0-3FCB-448E-9567-6C2BD7AE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Nonce / expiry / replay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CC150D-EBD8-45A4-92B1-CDC34B98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798A8E-21F6-4629-B416-86B4550C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Hard reject: wrong password, malformed stream, exact / near replay, expired challenge or clear 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D6371E-83DB-4BA0-8000-806254C5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FF4333-1A24-4852-A694-2795D6A6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908083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3A28F-DBE7-4B72-BECE-5E710DC8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ENROLLMENT + DEVICES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00DCB-6744-48BB-84D5-295C0717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Trust grows through repeated evidence, not one lucky login.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23F10-EA0A-4893-B715-79836D9E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Shared models, active models and device models evolve on different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B02C9-1B2D-41FD-80F0-E2841E18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INITIAL ENROLLMENT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A87B4-1663-4E15-9082-66F06845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6 passive rounds + 8 active rounds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20F59-E7C0-47B9-9A94-1514DD05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30B9A-4591-4645-8B94-5C65228E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NEW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12728-C4E6-4C1A-AD2C-B018F146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Explicit six-round device enrollment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78D23-DD4C-4D24-B2F1-3ADBDF33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89251-16DD-4FDA-AF09-E2CBCD29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DRIFT ADAPTATION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11064-8E34-417B-86AF-1E5B99F1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4 high-confidence sessions, 10 min apart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3F1D3-D4C0-4EC3-B6CE-CFE09A15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D6D8A-0CFA-4DFA-9A97-01B0F79D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11CC1-21FD-4929-A0A6-26150838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059DA-4135-4D56-9CE9-04274C4A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66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Shared anchor stays fixed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Unknown devices stay candidates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Original device model stays immutable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Thresholds never decrease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Continuous windows never train profiles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FE0E0-71CB-4D95-9412-87E56D14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local demo uses a fixed enrollment key and password. A real integration supplies account verification and protected sessions.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C0CBC-2735-4399-9554-1CE09579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BC594-8BA9-4713-887A-FDC904BA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7304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CBE103-89A2-4B90-A178-4DC714CB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C824A-7A77-4039-B69C-F1D599D6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The result tells the operator why the system accepted, stepped up or rejected.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1F182-9A9B-4F03-8676-75CE3284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 score without context is hard to review. BioPrint exposes the evidence dimensions separately.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2255B-FC69-4405-9F07-FFA611C7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369B9-9E3C-46A4-9FB7-7D23D2B1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PASSIVE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34380-28D0-4E4A-B4BA-2EA76D34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EF237-2654-43E6-A5CD-740FF333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76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0.91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4D2E9-FB28-49E3-B2FE-F32E865D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9B76C-9BF5-40DA-83F2-D5E750AB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Evidence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988ED-853A-40F4-9EA0-5B80AFDF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147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0.88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E9625-6A14-4A71-898E-3690E7C7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BE6FC-A358-49CD-8168-56BCBF4E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Humanity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856FF-4A57-4FA9-9736-A9410D84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528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0.98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5BF0B-3992-4886-915B-435AEDBF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911A3-5891-45D8-A028-984B3D32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078DC-4FF2-483F-866F-273996FA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91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000BD-5458-42DB-A7E0-437EA2C3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D1C6C-2ED8-45B2-95D5-DC4C689E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8A217-1B13-4090-A2CB-B3AEE622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DD5AD-9B68-4A13-B449-7022C5AA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124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5DC85-70E9-4004-A5F9-C5BACA2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IF PASSIVE IS UNCERTAIN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F0B8B-BEE4-4E86-9137-003C97AC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MORE EVIDENCE REQUIRED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D41D1F-7CA7-48B9-968C-2C88DE8D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90900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Reasons stay concrete: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new device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insufficient quality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identity uncertain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active check issued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DFCC18-E69A-4348-AE2F-677CAE61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1657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341E37-4C66-4EE5-8554-9791EE40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339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ACTIVE CHALLENGE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6365D-9A6A-43EE-B2B7-90FA757A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83D56D-A648-431E-BB66-A2C5A5D0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280933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11AC80-3F15-42AE-8CA3-6799B3D9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RESEARCH +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88EC1-DEDC-431F-B4B9-8DAAC99F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We built the measurement loop before claiming performance.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DFBFC-CFD5-410D-A805-C51AB59F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system separates implementation progress from biometric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4218F-DA9F-4793-9615-9F737130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9DA6E-2CE2-4813-BFB4-043AE08B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FE607-1D77-4767-8191-1FDA6DC3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3644F-D26F-48B3-8236-E50BAA9B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Export sanitized passive or paired login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D8F94-B03F-43A3-9F18-959B3B5A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F0469-D77B-4C9D-8034-C10FCABD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EB600-A307-4340-8C62-FFA60C72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6DF47-6203-4DDA-84F3-723C783C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LABEL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EF45-5946-40A4-B675-98617C0B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Add subject, attack, device and split 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BA295-7D7F-40AF-BFBF-75058772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57628-E014-4EC8-B490-0DEBBE8C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8FF9F-95FB-4680-A647-6734FCB9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8CAE2-D976-4527-B590-72C64C39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055A8-BD5B-4095-9A3D-56CC1E43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Validation thresholds, held-out test, FAR / FRR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76479-C74D-4331-AF22-A250095D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DEB3D-32FF-4D6B-8125-07CD8BB4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6EB7C-5DA4-45D0-9417-0E8B0F76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20D44-F270-4FED-9F6C-B52360F1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D2E93C-5901-4233-87B2-89B04BB7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Policy checks versions, coverage and ceilings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3BF6F-45A6-44F4-B6AB-154B6D50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1AB8B-1961-4316-B1C9-DA9B2A4C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Current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018713-C442-4936-8F3E-9A1C60C4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923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Synthetic and HTTP smoke checks pass. No real participant study has been run.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024F55-39FE-4493-928E-4D7A549B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01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579855-BA6D-421F-AA91-13E17D9A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577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NO PERFORMANCE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9D4876-09D0-46A6-9A18-6A168AD2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Next proof point: separate-day genuine sessions, impostor attempts, browser/device coverage and longitudinal drift data.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D7A364-608C-4DE2-AEC5-BE963C24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64D466-49C3-4E94-8478-30835B85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1830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18D5D-25E6-461E-87E5-9FD3A940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THE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139D4-850B-4506-8299-46474866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Observe first.</a:t>
            </a:r>
          </a:p>
          <a:p xmlns:a="http://schemas.openxmlformats.org/drawingml/2006/main">
            <a:pPr>
              <a:defRPr sz="36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Ask for more only when necessary.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A258D-91B5-44AE-889F-2091F5D4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DE0B1"/>
                </a:solidFill>
                <a:latin typeface="Aptos"/>
                <a:ea typeface="Aptos"/>
                <a:cs typeface="Aptos"/>
              </a:rPr>
              <a:t>BioPrint combines low-friction passive verification with a controlled active step-up, while keeping privacy and uncertainty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04787-E910-4688-ABF6-81AC4727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04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E1F48-861A-4B5E-A82E-86F756D6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F4A53-7E6E-457B-8568-479DAFCC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Passive-first flow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Active step-up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Robust + DTW matching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Device lifecycle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Evaluation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9E8D6-A5F5-4B81-9C43-A1AAF0E9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Hackathon demo: local loopback app • fixed demo credential • no external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073C4-2F19-4408-8C99-B2F7A713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19053-ADE1-4C4F-B335-8D6F6C33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3845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2026-09-19T20:48:24.0030000Z</dcterms:created>
  <dcterms:modified xsi:type="dcterms:W3CDTF">2026-09-19T20:48:24.0030000Z</dcterms:modified>
</coreProperties>
</file>